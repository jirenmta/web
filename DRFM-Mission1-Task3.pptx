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256" r:id="rId2"/>
    <p:sldId id="257" r:id="rId3"/>
    <p:sldId id="258" r:id="rId4"/>
    <p:sldId id="260" r:id="rId5"/>
    <p:sldId id="261" r:id="rId6"/>
    <p:sldId id="262" r:id="rId7"/>
    <p:sldId id="259"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6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2C00DE-B2CD-4160-BC32-A2AE40F8CA27}" v="373" dt="2026-03-31T17:03:15.4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51" d="100"/>
          <a:sy n="51" d="100"/>
        </p:scale>
        <p:origin x="72" y="1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Фам Хунг" userId="33fb39263e7f0303" providerId="LiveId" clId="{DAD0C7E4-E1E8-447E-B3F8-C5D3B2431004}"/>
    <pc:docChg chg="undo custSel addSld modSld">
      <pc:chgData name="Фам Хунг" userId="33fb39263e7f0303" providerId="LiveId" clId="{DAD0C7E4-E1E8-447E-B3F8-C5D3B2431004}" dt="2026-03-31T17:12:14.938" v="2647" actId="20577"/>
      <pc:docMkLst>
        <pc:docMk/>
      </pc:docMkLst>
      <pc:sldChg chg="modSp mod">
        <pc:chgData name="Фам Хунг" userId="33fb39263e7f0303" providerId="LiveId" clId="{DAD0C7E4-E1E8-447E-B3F8-C5D3B2431004}" dt="2026-03-31T17:12:14.938" v="2647" actId="20577"/>
        <pc:sldMkLst>
          <pc:docMk/>
          <pc:sldMk cId="687233721" sldId="256"/>
        </pc:sldMkLst>
        <pc:spChg chg="mod">
          <ac:chgData name="Фам Хунг" userId="33fb39263e7f0303" providerId="LiveId" clId="{DAD0C7E4-E1E8-447E-B3F8-C5D3B2431004}" dt="2026-03-30T15:58:18.081" v="8" actId="122"/>
          <ac:spMkLst>
            <pc:docMk/>
            <pc:sldMk cId="687233721" sldId="256"/>
            <ac:spMk id="2" creationId="{EC0C6929-A8BC-69C0-4E15-5A2C8327240F}"/>
          </ac:spMkLst>
        </pc:spChg>
        <pc:spChg chg="mod">
          <ac:chgData name="Фам Хунг" userId="33fb39263e7f0303" providerId="LiveId" clId="{DAD0C7E4-E1E8-447E-B3F8-C5D3B2431004}" dt="2026-03-31T17:12:14.938" v="2647" actId="20577"/>
          <ac:spMkLst>
            <pc:docMk/>
            <pc:sldMk cId="687233721" sldId="256"/>
            <ac:spMk id="3" creationId="{7BAF547F-3B7A-7B8A-C31C-B322DC501684}"/>
          </ac:spMkLst>
        </pc:spChg>
      </pc:sldChg>
      <pc:sldChg chg="addSp delSp modSp new mod">
        <pc:chgData name="Фам Хунг" userId="33fb39263e7f0303" providerId="LiveId" clId="{DAD0C7E4-E1E8-447E-B3F8-C5D3B2431004}" dt="2026-03-31T13:24:21.908" v="2126" actId="790"/>
        <pc:sldMkLst>
          <pc:docMk/>
          <pc:sldMk cId="3086034561" sldId="257"/>
        </pc:sldMkLst>
        <pc:spChg chg="mod">
          <ac:chgData name="Фам Хунг" userId="33fb39263e7f0303" providerId="LiveId" clId="{DAD0C7E4-E1E8-447E-B3F8-C5D3B2431004}" dt="2026-03-31T13:24:21.908" v="2126" actId="790"/>
          <ac:spMkLst>
            <pc:docMk/>
            <pc:sldMk cId="3086034561" sldId="257"/>
            <ac:spMk id="2" creationId="{9B34817B-D1D8-EF3E-1AD9-042F3498EEFD}"/>
          </ac:spMkLst>
        </pc:spChg>
        <pc:spChg chg="add del">
          <ac:chgData name="Фам Хунг" userId="33fb39263e7f0303" providerId="LiveId" clId="{DAD0C7E4-E1E8-447E-B3F8-C5D3B2431004}" dt="2026-03-30T16:02:28.312" v="85" actId="1032"/>
          <ac:spMkLst>
            <pc:docMk/>
            <pc:sldMk cId="3086034561" sldId="257"/>
            <ac:spMk id="3" creationId="{C716C3F5-93AE-0953-F9A1-32CF9045683C}"/>
          </ac:spMkLst>
        </pc:spChg>
        <pc:spChg chg="add del mod">
          <ac:chgData name="Фам Хунг" userId="33fb39263e7f0303" providerId="LiveId" clId="{DAD0C7E4-E1E8-447E-B3F8-C5D3B2431004}" dt="2026-03-30T16:06:42.605" v="146" actId="1032"/>
          <ac:spMkLst>
            <pc:docMk/>
            <pc:sldMk cId="3086034561" sldId="257"/>
            <ac:spMk id="9" creationId="{32922646-426B-9E48-AFD2-959CFA0AF052}"/>
          </ac:spMkLst>
        </pc:spChg>
        <pc:graphicFrameChg chg="add del modGraphic">
          <ac:chgData name="Фам Хунг" userId="33fb39263e7f0303" providerId="LiveId" clId="{DAD0C7E4-E1E8-447E-B3F8-C5D3B2431004}" dt="2026-03-30T15:59:37.371" v="54" actId="1032"/>
          <ac:graphicFrameMkLst>
            <pc:docMk/>
            <pc:sldMk cId="3086034561" sldId="257"/>
            <ac:graphicFrameMk id="4" creationId="{7802FEF3-C4E2-3C29-A265-5CE7A4D8B4AB}"/>
          </ac:graphicFrameMkLst>
        </pc:graphicFrameChg>
        <pc:graphicFrameChg chg="add del modGraphic">
          <ac:chgData name="Фам Хунг" userId="33fb39263e7f0303" providerId="LiveId" clId="{DAD0C7E4-E1E8-447E-B3F8-C5D3B2431004}" dt="2026-03-30T16:00:57.897" v="82" actId="1032"/>
          <ac:graphicFrameMkLst>
            <pc:docMk/>
            <pc:sldMk cId="3086034561" sldId="257"/>
            <ac:graphicFrameMk id="5" creationId="{E78A332F-7D8E-FBDA-DD26-B050AEC32BA2}"/>
          </ac:graphicFrameMkLst>
        </pc:graphicFrameChg>
        <pc:graphicFrameChg chg="add del modGraphic">
          <ac:chgData name="Фам Хунг" userId="33fb39263e7f0303" providerId="LiveId" clId="{DAD0C7E4-E1E8-447E-B3F8-C5D3B2431004}" dt="2026-03-30T16:02:05.188" v="84" actId="1032"/>
          <ac:graphicFrameMkLst>
            <pc:docMk/>
            <pc:sldMk cId="3086034561" sldId="257"/>
            <ac:graphicFrameMk id="6" creationId="{EC18B012-7443-285C-5404-74C82E1D12A9}"/>
          </ac:graphicFrameMkLst>
        </pc:graphicFrameChg>
        <pc:graphicFrameChg chg="add del mod modGraphic">
          <ac:chgData name="Фам Хунг" userId="33fb39263e7f0303" providerId="LiveId" clId="{DAD0C7E4-E1E8-447E-B3F8-C5D3B2431004}" dt="2026-03-30T16:05:37.272" v="145" actId="478"/>
          <ac:graphicFrameMkLst>
            <pc:docMk/>
            <pc:sldMk cId="3086034561" sldId="257"/>
            <ac:graphicFrameMk id="7" creationId="{3A6B9C8D-A300-E13F-412F-9FFBF9A78403}"/>
          </ac:graphicFrameMkLst>
        </pc:graphicFrameChg>
        <pc:graphicFrameChg chg="add mod modGraphic">
          <ac:chgData name="Фам Хунг" userId="33fb39263e7f0303" providerId="LiveId" clId="{DAD0C7E4-E1E8-447E-B3F8-C5D3B2431004}" dt="2026-03-31T08:51:58.781" v="924" actId="1076"/>
          <ac:graphicFrameMkLst>
            <pc:docMk/>
            <pc:sldMk cId="3086034561" sldId="257"/>
            <ac:graphicFrameMk id="10" creationId="{C3FB0747-DAB3-35C8-B7BE-792D25763B2D}"/>
          </ac:graphicFrameMkLst>
        </pc:graphicFrameChg>
      </pc:sldChg>
      <pc:sldChg chg="addSp delSp modSp new mod modClrScheme chgLayout">
        <pc:chgData name="Фам Хунг" userId="33fb39263e7f0303" providerId="LiveId" clId="{DAD0C7E4-E1E8-447E-B3F8-C5D3B2431004}" dt="2026-03-31T13:24:14.262" v="2125" actId="790"/>
        <pc:sldMkLst>
          <pc:docMk/>
          <pc:sldMk cId="3315926589" sldId="258"/>
        </pc:sldMkLst>
        <pc:spChg chg="mod ord">
          <ac:chgData name="Фам Хунг" userId="33fb39263e7f0303" providerId="LiveId" clId="{DAD0C7E4-E1E8-447E-B3F8-C5D3B2431004}" dt="2026-03-31T13:24:14.262" v="2125" actId="790"/>
          <ac:spMkLst>
            <pc:docMk/>
            <pc:sldMk cId="3315926589" sldId="258"/>
            <ac:spMk id="2" creationId="{58B627F6-B7F2-A2A0-5FA4-A0A264CD7704}"/>
          </ac:spMkLst>
        </pc:spChg>
        <pc:spChg chg="del mod ord">
          <ac:chgData name="Фам Хунг" userId="33fb39263e7f0303" providerId="LiveId" clId="{DAD0C7E4-E1E8-447E-B3F8-C5D3B2431004}" dt="2026-03-30T16:44:07.272" v="349" actId="700"/>
          <ac:spMkLst>
            <pc:docMk/>
            <pc:sldMk cId="3315926589" sldId="258"/>
            <ac:spMk id="3" creationId="{D59E61B8-74A6-8AF0-7FDA-3261D1AA2D82}"/>
          </ac:spMkLst>
        </pc:spChg>
        <pc:spChg chg="add mod ord">
          <ac:chgData name="Фам Хунг" userId="33fb39263e7f0303" providerId="LiveId" clId="{DAD0C7E4-E1E8-447E-B3F8-C5D3B2431004}" dt="2026-03-31T09:20:50.088" v="1274" actId="2711"/>
          <ac:spMkLst>
            <pc:docMk/>
            <pc:sldMk cId="3315926589" sldId="258"/>
            <ac:spMk id="4" creationId="{82C13983-B424-2027-0962-C699ACCEC126}"/>
          </ac:spMkLst>
        </pc:spChg>
        <pc:spChg chg="add del mod ord">
          <ac:chgData name="Фам Хунг" userId="33fb39263e7f0303" providerId="LiveId" clId="{DAD0C7E4-E1E8-447E-B3F8-C5D3B2431004}" dt="2026-03-31T09:18:12.639" v="1255" actId="2711"/>
          <ac:spMkLst>
            <pc:docMk/>
            <pc:sldMk cId="3315926589" sldId="258"/>
            <ac:spMk id="5" creationId="{5CA544F0-A662-C75A-C309-BB5EC60DC7D8}"/>
          </ac:spMkLst>
        </pc:spChg>
        <pc:spChg chg="add mod ord">
          <ac:chgData name="Фам Хунг" userId="33fb39263e7f0303" providerId="LiveId" clId="{DAD0C7E4-E1E8-447E-B3F8-C5D3B2431004}" dt="2026-03-31T09:20:54.654" v="1275" actId="2711"/>
          <ac:spMkLst>
            <pc:docMk/>
            <pc:sldMk cId="3315926589" sldId="258"/>
            <ac:spMk id="6" creationId="{F2271FDC-44BF-8EDE-FB6D-3193309E7027}"/>
          </ac:spMkLst>
        </pc:spChg>
        <pc:spChg chg="add del mod ord">
          <ac:chgData name="Фам Хунг" userId="33fb39263e7f0303" providerId="LiveId" clId="{DAD0C7E4-E1E8-447E-B3F8-C5D3B2431004}" dt="2026-03-31T09:18:20.788" v="1256" actId="2711"/>
          <ac:spMkLst>
            <pc:docMk/>
            <pc:sldMk cId="3315926589" sldId="258"/>
            <ac:spMk id="7" creationId="{8CFE7F06-978C-2D5D-1882-2FE5B4584E86}"/>
          </ac:spMkLst>
        </pc:spChg>
        <pc:spChg chg="add mod">
          <ac:chgData name="Фам Хунг" userId="33fb39263e7f0303" providerId="LiveId" clId="{DAD0C7E4-E1E8-447E-B3F8-C5D3B2431004}" dt="2026-03-30T16:45:21.206" v="365"/>
          <ac:spMkLst>
            <pc:docMk/>
            <pc:sldMk cId="3315926589" sldId="258"/>
            <ac:spMk id="8" creationId="{0ACAE7AB-A367-42A5-4EA3-26090B94DDC0}"/>
          </ac:spMkLst>
        </pc:spChg>
        <pc:spChg chg="add">
          <ac:chgData name="Фам Хунг" userId="33fb39263e7f0303" providerId="LiveId" clId="{DAD0C7E4-E1E8-447E-B3F8-C5D3B2431004}" dt="2026-03-30T16:45:27.258" v="371"/>
          <ac:spMkLst>
            <pc:docMk/>
            <pc:sldMk cId="3315926589" sldId="258"/>
            <ac:spMk id="9" creationId="{1E0DB0AB-151F-2489-E73F-3DB608FB4ED5}"/>
          </ac:spMkLst>
        </pc:spChg>
        <pc:spChg chg="add">
          <ac:chgData name="Фам Хунг" userId="33fb39263e7f0303" providerId="LiveId" clId="{DAD0C7E4-E1E8-447E-B3F8-C5D3B2431004}" dt="2026-03-30T16:45:30.212" v="372"/>
          <ac:spMkLst>
            <pc:docMk/>
            <pc:sldMk cId="3315926589" sldId="258"/>
            <ac:spMk id="10" creationId="{390C5EC5-A126-E943-FD6D-D93721912109}"/>
          </ac:spMkLst>
        </pc:spChg>
        <pc:spChg chg="add mod">
          <ac:chgData name="Фам Хунг" userId="33fb39263e7f0303" providerId="LiveId" clId="{DAD0C7E4-E1E8-447E-B3F8-C5D3B2431004}" dt="2026-03-30T16:45:51.406" v="381"/>
          <ac:spMkLst>
            <pc:docMk/>
            <pc:sldMk cId="3315926589" sldId="258"/>
            <ac:spMk id="11" creationId="{CCC784E6-B11B-2DA0-73E5-799717617F30}"/>
          </ac:spMkLst>
        </pc:spChg>
        <pc:spChg chg="add">
          <ac:chgData name="Фам Хунг" userId="33fb39263e7f0303" providerId="LiveId" clId="{DAD0C7E4-E1E8-447E-B3F8-C5D3B2431004}" dt="2026-03-30T16:46:55.591" v="491"/>
          <ac:spMkLst>
            <pc:docMk/>
            <pc:sldMk cId="3315926589" sldId="258"/>
            <ac:spMk id="12" creationId="{7F2EA1E2-944B-CB81-9760-8A571D9BC2EC}"/>
          </ac:spMkLst>
        </pc:spChg>
        <pc:spChg chg="add mod">
          <ac:chgData name="Фам Хунг" userId="33fb39263e7f0303" providerId="LiveId" clId="{DAD0C7E4-E1E8-447E-B3F8-C5D3B2431004}" dt="2026-03-30T16:47:12.569" v="494" actId="14100"/>
          <ac:spMkLst>
            <pc:docMk/>
            <pc:sldMk cId="3315926589" sldId="258"/>
            <ac:spMk id="13" creationId="{AA6AD6CC-EF05-3502-FA0C-53A8AF42E647}"/>
          </ac:spMkLst>
        </pc:spChg>
        <pc:picChg chg="add del mod">
          <ac:chgData name="Фам Хунг" userId="33fb39263e7f0303" providerId="LiveId" clId="{DAD0C7E4-E1E8-447E-B3F8-C5D3B2431004}" dt="2026-03-30T16:49:01.528" v="518" actId="478"/>
          <ac:picMkLst>
            <pc:docMk/>
            <pc:sldMk cId="3315926589" sldId="258"/>
            <ac:picMk id="14" creationId="{5E9110B3-908B-183A-04AB-44BCFC52DD2E}"/>
          </ac:picMkLst>
        </pc:picChg>
        <pc:picChg chg="add del mod ord">
          <ac:chgData name="Фам Хунг" userId="33fb39263e7f0303" providerId="LiveId" clId="{DAD0C7E4-E1E8-447E-B3F8-C5D3B2431004}" dt="2026-03-30T16:49:29.607" v="522" actId="931"/>
          <ac:picMkLst>
            <pc:docMk/>
            <pc:sldMk cId="3315926589" sldId="258"/>
            <ac:picMk id="16" creationId="{2A8E5A43-5146-5104-0DDB-582946D7A3B1}"/>
          </ac:picMkLst>
        </pc:picChg>
        <pc:picChg chg="add mod">
          <ac:chgData name="Фам Хунг" userId="33fb39263e7f0303" providerId="LiveId" clId="{DAD0C7E4-E1E8-447E-B3F8-C5D3B2431004}" dt="2026-03-30T16:51:08.644" v="675" actId="1076"/>
          <ac:picMkLst>
            <pc:docMk/>
            <pc:sldMk cId="3315926589" sldId="258"/>
            <ac:picMk id="17" creationId="{EDE8CD8A-6635-0E0B-0217-DF215F177ED9}"/>
          </ac:picMkLst>
        </pc:picChg>
        <pc:picChg chg="add del">
          <ac:chgData name="Фам Хунг" userId="33fb39263e7f0303" providerId="LiveId" clId="{DAD0C7E4-E1E8-447E-B3F8-C5D3B2431004}" dt="2026-03-30T16:38:56.037" v="336" actId="21"/>
          <ac:picMkLst>
            <pc:docMk/>
            <pc:sldMk cId="3315926589" sldId="258"/>
            <ac:picMk id="1026" creationId="{10DFCA5B-89CC-61F9-D925-3BB276A03282}"/>
          </ac:picMkLst>
        </pc:picChg>
      </pc:sldChg>
      <pc:sldChg chg="addSp delSp modSp new mod">
        <pc:chgData name="Фам Хунг" userId="33fb39263e7f0303" providerId="LiveId" clId="{DAD0C7E4-E1E8-447E-B3F8-C5D3B2431004}" dt="2026-03-31T10:01:04.973" v="1914" actId="790"/>
        <pc:sldMkLst>
          <pc:docMk/>
          <pc:sldMk cId="1095958880" sldId="259"/>
        </pc:sldMkLst>
        <pc:spChg chg="mod">
          <ac:chgData name="Фам Хунг" userId="33fb39263e7f0303" providerId="LiveId" clId="{DAD0C7E4-E1E8-447E-B3F8-C5D3B2431004}" dt="2026-03-31T10:00:50.610" v="1912" actId="790"/>
          <ac:spMkLst>
            <pc:docMk/>
            <pc:sldMk cId="1095958880" sldId="259"/>
            <ac:spMk id="2" creationId="{ADDC4199-8DA6-8ECB-35DC-D58D2017E8F5}"/>
          </ac:spMkLst>
        </pc:spChg>
        <pc:spChg chg="mod">
          <ac:chgData name="Фам Хунг" userId="33fb39263e7f0303" providerId="LiveId" clId="{DAD0C7E4-E1E8-447E-B3F8-C5D3B2431004}" dt="2026-03-31T09:30:50.860" v="1644" actId="2711"/>
          <ac:spMkLst>
            <pc:docMk/>
            <pc:sldMk cId="1095958880" sldId="259"/>
            <ac:spMk id="3" creationId="{3BF5E234-E973-9A31-A919-7BEC076F2F5B}"/>
          </ac:spMkLst>
        </pc:spChg>
        <pc:spChg chg="add del">
          <ac:chgData name="Фам Хунг" userId="33fb39263e7f0303" providerId="LiveId" clId="{DAD0C7E4-E1E8-447E-B3F8-C5D3B2431004}" dt="2026-03-30T16:47:52.169" v="500" actId="931"/>
          <ac:spMkLst>
            <pc:docMk/>
            <pc:sldMk cId="1095958880" sldId="259"/>
            <ac:spMk id="4" creationId="{95854EB2-8F28-F8D3-A360-7CB90ADBFA49}"/>
          </ac:spMkLst>
        </pc:spChg>
        <pc:spChg chg="mod">
          <ac:chgData name="Фам Хунг" userId="33fb39263e7f0303" providerId="LiveId" clId="{DAD0C7E4-E1E8-447E-B3F8-C5D3B2431004}" dt="2026-03-31T09:30:55.843" v="1645" actId="2711"/>
          <ac:spMkLst>
            <pc:docMk/>
            <pc:sldMk cId="1095958880" sldId="259"/>
            <ac:spMk id="5" creationId="{AF57480F-B20B-2D19-9016-3C1741C48F1C}"/>
          </ac:spMkLst>
        </pc:spChg>
        <pc:spChg chg="add del">
          <ac:chgData name="Фам Хунг" userId="33fb39263e7f0303" providerId="LiveId" clId="{DAD0C7E4-E1E8-447E-B3F8-C5D3B2431004}" dt="2026-03-31T09:26:33.993" v="1477" actId="931"/>
          <ac:spMkLst>
            <pc:docMk/>
            <pc:sldMk cId="1095958880" sldId="259"/>
            <ac:spMk id="6" creationId="{A87B997E-BC47-8071-6004-A3B11FE344DE}"/>
          </ac:spMkLst>
        </pc:spChg>
        <pc:spChg chg="add del mod">
          <ac:chgData name="Фам Хунг" userId="33fb39263e7f0303" providerId="LiveId" clId="{DAD0C7E4-E1E8-447E-B3F8-C5D3B2431004}" dt="2026-03-31T10:01:04.973" v="1914" actId="790"/>
          <ac:spMkLst>
            <pc:docMk/>
            <pc:sldMk cId="1095958880" sldId="259"/>
            <ac:spMk id="7" creationId="{299B4BBE-1BD1-F548-BF4A-84D556B23E66}"/>
          </ac:spMkLst>
        </pc:spChg>
        <pc:spChg chg="add mod">
          <ac:chgData name="Фам Хунг" userId="33fb39263e7f0303" providerId="LiveId" clId="{DAD0C7E4-E1E8-447E-B3F8-C5D3B2431004}" dt="2026-03-30T16:47:30.031" v="498"/>
          <ac:spMkLst>
            <pc:docMk/>
            <pc:sldMk cId="1095958880" sldId="259"/>
            <ac:spMk id="8" creationId="{0142F78B-C61E-FBCE-449F-CCF81B67358E}"/>
          </ac:spMkLst>
        </pc:spChg>
        <pc:spChg chg="add mod">
          <ac:chgData name="Фам Хунг" userId="33fb39263e7f0303" providerId="LiveId" clId="{DAD0C7E4-E1E8-447E-B3F8-C5D3B2431004}" dt="2026-03-31T10:00:57.022" v="1913" actId="790"/>
          <ac:spMkLst>
            <pc:docMk/>
            <pc:sldMk cId="1095958880" sldId="259"/>
            <ac:spMk id="11" creationId="{FA265239-D127-4EEE-E73A-5D84DE8B53F2}"/>
          </ac:spMkLst>
        </pc:spChg>
        <pc:spChg chg="add del mod">
          <ac:chgData name="Фам Хунг" userId="33fb39263e7f0303" providerId="LiveId" clId="{DAD0C7E4-E1E8-447E-B3F8-C5D3B2431004}" dt="2026-03-30T16:50:49.328" v="669" actId="931"/>
          <ac:spMkLst>
            <pc:docMk/>
            <pc:sldMk cId="1095958880" sldId="259"/>
            <ac:spMk id="12" creationId="{65D7BA52-243F-0FBB-9971-7F7B74099519}"/>
          </ac:spMkLst>
        </pc:spChg>
        <pc:picChg chg="add del mod ord">
          <ac:chgData name="Фам Хунг" userId="33fb39263e7f0303" providerId="LiveId" clId="{DAD0C7E4-E1E8-447E-B3F8-C5D3B2431004}" dt="2026-03-30T16:47:30.510" v="499" actId="34307"/>
          <ac:picMkLst>
            <pc:docMk/>
            <pc:sldMk cId="1095958880" sldId="259"/>
            <ac:picMk id="7" creationId="{64379A4A-B8EB-0FD7-42E6-324041A2D098}"/>
          </ac:picMkLst>
        </pc:picChg>
        <pc:picChg chg="add del mod ord">
          <ac:chgData name="Фам Хунг" userId="33fb39263e7f0303" providerId="LiveId" clId="{DAD0C7E4-E1E8-447E-B3F8-C5D3B2431004}" dt="2026-03-31T09:26:37.281" v="1478" actId="21"/>
          <ac:picMkLst>
            <pc:docMk/>
            <pc:sldMk cId="1095958880" sldId="259"/>
            <ac:picMk id="9" creationId="{E33783D2-C0BC-EDFF-DBBF-074703114B07}"/>
          </ac:picMkLst>
        </pc:picChg>
        <pc:picChg chg="add del mod ord">
          <ac:chgData name="Фам Хунг" userId="33fb39263e7f0303" providerId="LiveId" clId="{DAD0C7E4-E1E8-447E-B3F8-C5D3B2431004}" dt="2026-03-30T16:50:44.608" v="668" actId="478"/>
          <ac:picMkLst>
            <pc:docMk/>
            <pc:sldMk cId="1095958880" sldId="259"/>
            <ac:picMk id="10" creationId="{2E79D5B6-BF1C-D9D2-E0DA-6C5D0ECB26E3}"/>
          </ac:picMkLst>
        </pc:picChg>
        <pc:picChg chg="add del mod ord">
          <ac:chgData name="Фам Хунг" userId="33fb39263e7f0303" providerId="LiveId" clId="{DAD0C7E4-E1E8-447E-B3F8-C5D3B2431004}" dt="2026-03-31T09:38:53.131" v="1647" actId="931"/>
          <ac:picMkLst>
            <pc:docMk/>
            <pc:sldMk cId="1095958880" sldId="259"/>
            <ac:picMk id="13" creationId="{65A0B014-6AFD-D4BA-25A3-8C8683873A66}"/>
          </ac:picMkLst>
        </pc:picChg>
        <pc:picChg chg="add del mod ord">
          <ac:chgData name="Фам Хунг" userId="33fb39263e7f0303" providerId="LiveId" clId="{DAD0C7E4-E1E8-447E-B3F8-C5D3B2431004}" dt="2026-03-31T08:56:04.083" v="939" actId="478"/>
          <ac:picMkLst>
            <pc:docMk/>
            <pc:sldMk cId="1095958880" sldId="259"/>
            <ac:picMk id="14" creationId="{482701E3-2987-E2D7-8633-AC0BD5452FF1}"/>
          </ac:picMkLst>
        </pc:picChg>
        <pc:picChg chg="add mod">
          <ac:chgData name="Фам Хунг" userId="33fb39263e7f0303" providerId="LiveId" clId="{DAD0C7E4-E1E8-447E-B3F8-C5D3B2431004}" dt="2026-03-31T09:40:57.697" v="1657" actId="1076"/>
          <ac:picMkLst>
            <pc:docMk/>
            <pc:sldMk cId="1095958880" sldId="259"/>
            <ac:picMk id="15" creationId="{E7014FB7-A7DE-F9F4-1B8B-E5083F99E35D}"/>
          </ac:picMkLst>
        </pc:picChg>
        <pc:picChg chg="add mod">
          <ac:chgData name="Фам Хунг" userId="33fb39263e7f0303" providerId="LiveId" clId="{DAD0C7E4-E1E8-447E-B3F8-C5D3B2431004}" dt="2026-03-31T09:41:11.314" v="1668"/>
          <ac:picMkLst>
            <pc:docMk/>
            <pc:sldMk cId="1095958880" sldId="259"/>
            <ac:picMk id="16" creationId="{5BEF82F4-F7AB-22F5-3968-40EF2F2573E5}"/>
          </ac:picMkLst>
        </pc:picChg>
        <pc:picChg chg="add mod">
          <ac:chgData name="Фам Хунг" userId="33fb39263e7f0303" providerId="LiveId" clId="{DAD0C7E4-E1E8-447E-B3F8-C5D3B2431004}" dt="2026-03-31T09:42:08.442" v="1792" actId="1076"/>
          <ac:picMkLst>
            <pc:docMk/>
            <pc:sldMk cId="1095958880" sldId="259"/>
            <ac:picMk id="17" creationId="{FBA9065A-EFEC-D8DF-7084-6F8941C745FE}"/>
          </ac:picMkLst>
        </pc:picChg>
        <pc:picChg chg="add mod">
          <ac:chgData name="Фам Хунг" userId="33fb39263e7f0303" providerId="LiveId" clId="{DAD0C7E4-E1E8-447E-B3F8-C5D3B2431004}" dt="2026-03-31T09:48:39.479" v="1797"/>
          <ac:picMkLst>
            <pc:docMk/>
            <pc:sldMk cId="1095958880" sldId="259"/>
            <ac:picMk id="19" creationId="{6FD700D4-34B2-3305-3784-C8FEA7770113}"/>
          </ac:picMkLst>
        </pc:picChg>
        <pc:picChg chg="add mod">
          <ac:chgData name="Фам Хунг" userId="33fb39263e7f0303" providerId="LiveId" clId="{DAD0C7E4-E1E8-447E-B3F8-C5D3B2431004}" dt="2026-03-31T09:50:54.461" v="1905" actId="1036"/>
          <ac:picMkLst>
            <pc:docMk/>
            <pc:sldMk cId="1095958880" sldId="259"/>
            <ac:picMk id="23" creationId="{33DBDC8F-A6C7-4C0D-068C-7F15DACAA431}"/>
          </ac:picMkLst>
        </pc:picChg>
      </pc:sldChg>
      <pc:sldChg chg="addSp delSp modSp add mod">
        <pc:chgData name="Фам Хунг" userId="33fb39263e7f0303" providerId="LiveId" clId="{DAD0C7E4-E1E8-447E-B3F8-C5D3B2431004}" dt="2026-03-31T09:51:59.100" v="1908" actId="790"/>
        <pc:sldMkLst>
          <pc:docMk/>
          <pc:sldMk cId="1886597714" sldId="260"/>
        </pc:sldMkLst>
        <pc:spChg chg="mod">
          <ac:chgData name="Фам Хунг" userId="33fb39263e7f0303" providerId="LiveId" clId="{DAD0C7E4-E1E8-447E-B3F8-C5D3B2431004}" dt="2026-03-31T09:51:46.739" v="1906" actId="790"/>
          <ac:spMkLst>
            <pc:docMk/>
            <pc:sldMk cId="1886597714" sldId="260"/>
            <ac:spMk id="2" creationId="{E4E19DAC-7B96-6DAC-40FA-9DD9CD2AC125}"/>
          </ac:spMkLst>
        </pc:spChg>
        <pc:spChg chg="mod">
          <ac:chgData name="Фам Хунг" userId="33fb39263e7f0303" providerId="LiveId" clId="{DAD0C7E4-E1E8-447E-B3F8-C5D3B2431004}" dt="2026-03-31T09:15:33.283" v="1242" actId="2711"/>
          <ac:spMkLst>
            <pc:docMk/>
            <pc:sldMk cId="1886597714" sldId="260"/>
            <ac:spMk id="4" creationId="{936AB486-6A76-180A-C04B-873BA4631DC7}"/>
          </ac:spMkLst>
        </pc:spChg>
        <pc:spChg chg="mod">
          <ac:chgData name="Фам Хунг" userId="33fb39263e7f0303" providerId="LiveId" clId="{DAD0C7E4-E1E8-447E-B3F8-C5D3B2431004}" dt="2026-03-31T09:51:59.100" v="1908" actId="790"/>
          <ac:spMkLst>
            <pc:docMk/>
            <pc:sldMk cId="1886597714" sldId="260"/>
            <ac:spMk id="5" creationId="{7CC52BCE-6ECC-A30F-D284-7413EA64F8E3}"/>
          </ac:spMkLst>
        </pc:spChg>
        <pc:spChg chg="mod">
          <ac:chgData name="Фам Хунг" userId="33fb39263e7f0303" providerId="LiveId" clId="{DAD0C7E4-E1E8-447E-B3F8-C5D3B2431004}" dt="2026-03-31T09:15:40.077" v="1244" actId="2711"/>
          <ac:spMkLst>
            <pc:docMk/>
            <pc:sldMk cId="1886597714" sldId="260"/>
            <ac:spMk id="6" creationId="{FC758A1E-414F-7828-8BEC-421962CF5DC5}"/>
          </ac:spMkLst>
        </pc:spChg>
        <pc:spChg chg="mod">
          <ac:chgData name="Фам Хунг" userId="33fb39263e7f0303" providerId="LiveId" clId="{DAD0C7E4-E1E8-447E-B3F8-C5D3B2431004}" dt="2026-03-31T09:51:54.059" v="1907" actId="790"/>
          <ac:spMkLst>
            <pc:docMk/>
            <pc:sldMk cId="1886597714" sldId="260"/>
            <ac:spMk id="7" creationId="{3C8A3598-5529-3687-5976-C7BB3AB59427}"/>
          </ac:spMkLst>
        </pc:spChg>
        <pc:spChg chg="add">
          <ac:chgData name="Фам Хунг" userId="33fb39263e7f0303" providerId="LiveId" clId="{DAD0C7E4-E1E8-447E-B3F8-C5D3B2431004}" dt="2026-03-30T16:56:18.353" v="909"/>
          <ac:spMkLst>
            <pc:docMk/>
            <pc:sldMk cId="1886597714" sldId="260"/>
            <ac:spMk id="9" creationId="{278AA6AD-FE50-1F6A-9CB6-29A2B9B6E34E}"/>
          </ac:spMkLst>
        </pc:spChg>
        <pc:spChg chg="add mod">
          <ac:chgData name="Фам Хунг" userId="33fb39263e7f0303" providerId="LiveId" clId="{DAD0C7E4-E1E8-447E-B3F8-C5D3B2431004}" dt="2026-03-30T16:56:23.150" v="912"/>
          <ac:spMkLst>
            <pc:docMk/>
            <pc:sldMk cId="1886597714" sldId="260"/>
            <ac:spMk id="10" creationId="{CF4583FD-9F75-B39F-C864-4A199928EDE0}"/>
          </ac:spMkLst>
        </pc:spChg>
        <pc:spChg chg="add mod">
          <ac:chgData name="Фам Хунг" userId="33fb39263e7f0303" providerId="LiveId" clId="{DAD0C7E4-E1E8-447E-B3F8-C5D3B2431004}" dt="2026-03-30T16:56:31.637" v="914"/>
          <ac:spMkLst>
            <pc:docMk/>
            <pc:sldMk cId="1886597714" sldId="260"/>
            <ac:spMk id="11" creationId="{ACCBADBB-D261-492F-3EA5-EA7A70B1EEAA}"/>
          </ac:spMkLst>
        </pc:spChg>
        <pc:picChg chg="add mod">
          <ac:chgData name="Фам Хунг" userId="33fb39263e7f0303" providerId="LiveId" clId="{DAD0C7E4-E1E8-447E-B3F8-C5D3B2431004}" dt="2026-03-31T08:54:32.431" v="934" actId="1037"/>
          <ac:picMkLst>
            <pc:docMk/>
            <pc:sldMk cId="1886597714" sldId="260"/>
            <ac:picMk id="8" creationId="{DE47AB00-E947-DF45-F992-1EB22504F7B5}"/>
          </ac:picMkLst>
        </pc:picChg>
        <pc:picChg chg="add mod">
          <ac:chgData name="Фам Хунг" userId="33fb39263e7f0303" providerId="LiveId" clId="{DAD0C7E4-E1E8-447E-B3F8-C5D3B2431004}" dt="2026-03-30T16:58:25.611" v="922" actId="1076"/>
          <ac:picMkLst>
            <pc:docMk/>
            <pc:sldMk cId="1886597714" sldId="260"/>
            <ac:picMk id="13" creationId="{3CC325EE-ED2C-BBD0-123B-7930579280F6}"/>
          </ac:picMkLst>
        </pc:picChg>
        <pc:picChg chg="del">
          <ac:chgData name="Фам Хунг" userId="33fb39263e7f0303" providerId="LiveId" clId="{DAD0C7E4-E1E8-447E-B3F8-C5D3B2431004}" dt="2026-03-30T16:54:11.900" v="785" actId="478"/>
          <ac:picMkLst>
            <pc:docMk/>
            <pc:sldMk cId="1886597714" sldId="260"/>
            <ac:picMk id="14" creationId="{11AE0B69-CB91-CD7D-9E5F-F5C8E47ACC23}"/>
          </ac:picMkLst>
        </pc:picChg>
        <pc:picChg chg="del">
          <ac:chgData name="Фам Хунг" userId="33fb39263e7f0303" providerId="LiveId" clId="{DAD0C7E4-E1E8-447E-B3F8-C5D3B2431004}" dt="2026-03-30T16:56:20.182" v="910" actId="478"/>
          <ac:picMkLst>
            <pc:docMk/>
            <pc:sldMk cId="1886597714" sldId="260"/>
            <ac:picMk id="17" creationId="{80B9BEE0-82C7-426E-9945-395B807A7F2C}"/>
          </ac:picMkLst>
        </pc:picChg>
        <pc:picChg chg="add del mod">
          <ac:chgData name="Фам Хунг" userId="33fb39263e7f0303" providerId="LiveId" clId="{DAD0C7E4-E1E8-447E-B3F8-C5D3B2431004}" dt="2026-03-30T16:54:47.284" v="788" actId="478"/>
          <ac:picMkLst>
            <pc:docMk/>
            <pc:sldMk cId="1886597714" sldId="260"/>
            <ac:picMk id="3074" creationId="{409A6942-67A2-D5BA-826F-919FBFB54DE3}"/>
          </ac:picMkLst>
        </pc:picChg>
      </pc:sldChg>
      <pc:sldChg chg="addSp delSp modSp add mod">
        <pc:chgData name="Фам Хунг" userId="33fb39263e7f0303" providerId="LiveId" clId="{DAD0C7E4-E1E8-447E-B3F8-C5D3B2431004}" dt="2026-03-31T11:04:03.816" v="2084" actId="790"/>
        <pc:sldMkLst>
          <pc:docMk/>
          <pc:sldMk cId="3083425268" sldId="261"/>
        </pc:sldMkLst>
        <pc:spChg chg="mod">
          <ac:chgData name="Фам Хунг" userId="33fb39263e7f0303" providerId="LiveId" clId="{DAD0C7E4-E1E8-447E-B3F8-C5D3B2431004}" dt="2026-03-31T10:00:38.639" v="1910" actId="790"/>
          <ac:spMkLst>
            <pc:docMk/>
            <pc:sldMk cId="3083425268" sldId="261"/>
            <ac:spMk id="2" creationId="{8AF0C7B0-D666-AB25-08BE-142B9BDD1E06}"/>
          </ac:spMkLst>
        </pc:spChg>
        <pc:spChg chg="mod">
          <ac:chgData name="Фам Хунг" userId="33fb39263e7f0303" providerId="LiveId" clId="{DAD0C7E4-E1E8-447E-B3F8-C5D3B2431004}" dt="2026-03-31T09:21:39.144" v="1301" actId="20577"/>
          <ac:spMkLst>
            <pc:docMk/>
            <pc:sldMk cId="3083425268" sldId="261"/>
            <ac:spMk id="4" creationId="{B8005050-2598-2265-A89A-7AD044B393E2}"/>
          </ac:spMkLst>
        </pc:spChg>
        <pc:spChg chg="mod">
          <ac:chgData name="Фам Хунг" userId="33fb39263e7f0303" providerId="LiveId" clId="{DAD0C7E4-E1E8-447E-B3F8-C5D3B2431004}" dt="2026-03-31T09:18:40.788" v="1259" actId="2711"/>
          <ac:spMkLst>
            <pc:docMk/>
            <pc:sldMk cId="3083425268" sldId="261"/>
            <ac:spMk id="5" creationId="{68E194E2-E6A8-1C7B-2110-B2C3FA5628F4}"/>
          </ac:spMkLst>
        </pc:spChg>
        <pc:spChg chg="mod">
          <ac:chgData name="Фам Хунг" userId="33fb39263e7f0303" providerId="LiveId" clId="{DAD0C7E4-E1E8-447E-B3F8-C5D3B2431004}" dt="2026-03-31T09:19:32.722" v="1267" actId="2711"/>
          <ac:spMkLst>
            <pc:docMk/>
            <pc:sldMk cId="3083425268" sldId="261"/>
            <ac:spMk id="6" creationId="{C979E78E-280D-2007-E649-54D8476FE708}"/>
          </ac:spMkLst>
        </pc:spChg>
        <pc:spChg chg="mod">
          <ac:chgData name="Фам Хунг" userId="33fb39263e7f0303" providerId="LiveId" clId="{DAD0C7E4-E1E8-447E-B3F8-C5D3B2431004}" dt="2026-03-31T11:04:03.816" v="2084" actId="790"/>
          <ac:spMkLst>
            <pc:docMk/>
            <pc:sldMk cId="3083425268" sldId="261"/>
            <ac:spMk id="7" creationId="{8B0A9FFC-7B8B-99A6-792E-3A36D8A67B22}"/>
          </ac:spMkLst>
        </pc:spChg>
        <pc:picChg chg="del">
          <ac:chgData name="Фам Хунг" userId="33fb39263e7f0303" providerId="LiveId" clId="{DAD0C7E4-E1E8-447E-B3F8-C5D3B2431004}" dt="2026-03-31T09:09:49.111" v="1075" actId="478"/>
          <ac:picMkLst>
            <pc:docMk/>
            <pc:sldMk cId="3083425268" sldId="261"/>
            <ac:picMk id="8" creationId="{CCB30BFB-6110-0F43-3702-71837799F0BC}"/>
          </ac:picMkLst>
        </pc:picChg>
        <pc:picChg chg="del mod">
          <ac:chgData name="Фам Хунг" userId="33fb39263e7f0303" providerId="LiveId" clId="{DAD0C7E4-E1E8-447E-B3F8-C5D3B2431004}" dt="2026-03-31T11:02:29.656" v="2013" actId="478"/>
          <ac:picMkLst>
            <pc:docMk/>
            <pc:sldMk cId="3083425268" sldId="261"/>
            <ac:picMk id="13" creationId="{CF84A63B-7092-F334-D8D1-2EB84EDEB659}"/>
          </ac:picMkLst>
        </pc:picChg>
        <pc:picChg chg="add mod">
          <ac:chgData name="Фам Хунг" userId="33fb39263e7f0303" providerId="LiveId" clId="{DAD0C7E4-E1E8-447E-B3F8-C5D3B2431004}" dt="2026-03-31T09:20:23.879" v="1273" actId="14100"/>
          <ac:picMkLst>
            <pc:docMk/>
            <pc:sldMk cId="3083425268" sldId="261"/>
            <ac:picMk id="1026" creationId="{6F47FFD2-62CB-DFAD-1574-B22CB5926E87}"/>
          </ac:picMkLst>
        </pc:picChg>
        <pc:picChg chg="add mod">
          <ac:chgData name="Фам Хунг" userId="33fb39263e7f0303" providerId="LiveId" clId="{DAD0C7E4-E1E8-447E-B3F8-C5D3B2431004}" dt="2026-03-31T11:02:45.694" v="2021" actId="1076"/>
          <ac:picMkLst>
            <pc:docMk/>
            <pc:sldMk cId="3083425268" sldId="261"/>
            <ac:picMk id="1028" creationId="{63F6FEA8-6ADE-D50D-BD81-5483B2AF7E35}"/>
          </ac:picMkLst>
        </pc:picChg>
      </pc:sldChg>
      <pc:sldChg chg="addSp delSp modSp new mod">
        <pc:chgData name="Фам Хунг" userId="33fb39263e7f0303" providerId="LiveId" clId="{DAD0C7E4-E1E8-447E-B3F8-C5D3B2431004}" dt="2026-03-31T11:06:32.174" v="2106" actId="790"/>
        <pc:sldMkLst>
          <pc:docMk/>
          <pc:sldMk cId="3546079900" sldId="262"/>
        </pc:sldMkLst>
        <pc:spChg chg="mod">
          <ac:chgData name="Фам Хунг" userId="33fb39263e7f0303" providerId="LiveId" clId="{DAD0C7E4-E1E8-447E-B3F8-C5D3B2431004}" dt="2026-03-31T10:00:45.856" v="1911" actId="790"/>
          <ac:spMkLst>
            <pc:docMk/>
            <pc:sldMk cId="3546079900" sldId="262"/>
            <ac:spMk id="2" creationId="{92C72189-06BE-38E0-DDB8-24E4C57C01C6}"/>
          </ac:spMkLst>
        </pc:spChg>
        <pc:spChg chg="mod">
          <ac:chgData name="Фам Хунг" userId="33fb39263e7f0303" providerId="LiveId" clId="{DAD0C7E4-E1E8-447E-B3F8-C5D3B2431004}" dt="2026-03-31T10:57:36.911" v="1990" actId="1076"/>
          <ac:spMkLst>
            <pc:docMk/>
            <pc:sldMk cId="3546079900" sldId="262"/>
            <ac:spMk id="3" creationId="{D9F05284-8E5B-EE06-D874-7F28B1500B90}"/>
          </ac:spMkLst>
        </pc:spChg>
        <pc:spChg chg="mod">
          <ac:chgData name="Фам Хунг" userId="33fb39263e7f0303" providerId="LiveId" clId="{DAD0C7E4-E1E8-447E-B3F8-C5D3B2431004}" dt="2026-03-31T09:23:19.761" v="1412" actId="20577"/>
          <ac:spMkLst>
            <pc:docMk/>
            <pc:sldMk cId="3546079900" sldId="262"/>
            <ac:spMk id="4" creationId="{4AED52D0-4D6F-AF3C-9805-497A8EBB9B6A}"/>
          </ac:spMkLst>
        </pc:spChg>
        <pc:spChg chg="mod">
          <ac:chgData name="Фам Хунг" userId="33fb39263e7f0303" providerId="LiveId" clId="{DAD0C7E4-E1E8-447E-B3F8-C5D3B2431004}" dt="2026-03-31T10:57:29.445" v="1989" actId="1076"/>
          <ac:spMkLst>
            <pc:docMk/>
            <pc:sldMk cId="3546079900" sldId="262"/>
            <ac:spMk id="5" creationId="{34BAEE93-2A46-0C90-36C4-F7FF5FF5D261}"/>
          </ac:spMkLst>
        </pc:spChg>
        <pc:spChg chg="del">
          <ac:chgData name="Фам Хунг" userId="33fb39263e7f0303" providerId="LiveId" clId="{DAD0C7E4-E1E8-447E-B3F8-C5D3B2431004}" dt="2026-03-31T09:24:24.851" v="1413" actId="931"/>
          <ac:spMkLst>
            <pc:docMk/>
            <pc:sldMk cId="3546079900" sldId="262"/>
            <ac:spMk id="6" creationId="{F12EBEDF-C664-8886-B005-741E6B64CCF5}"/>
          </ac:spMkLst>
        </pc:spChg>
        <pc:spChg chg="add mod">
          <ac:chgData name="Фам Хунг" userId="33fb39263e7f0303" providerId="LiveId" clId="{DAD0C7E4-E1E8-447E-B3F8-C5D3B2431004}" dt="2026-03-31T11:06:32.174" v="2106" actId="790"/>
          <ac:spMkLst>
            <pc:docMk/>
            <pc:sldMk cId="3546079900" sldId="262"/>
            <ac:spMk id="10" creationId="{26D3B4FA-9B9D-0E6D-B032-9B574E565760}"/>
          </ac:spMkLst>
        </pc:spChg>
        <pc:spChg chg="add">
          <ac:chgData name="Фам Хунг" userId="33fb39263e7f0303" providerId="LiveId" clId="{DAD0C7E4-E1E8-447E-B3F8-C5D3B2431004}" dt="2026-03-31T09:27:58.283" v="1492"/>
          <ac:spMkLst>
            <pc:docMk/>
            <pc:sldMk cId="3546079900" sldId="262"/>
            <ac:spMk id="11" creationId="{0073DB5D-5039-A116-58C0-C6175B939301}"/>
          </ac:spMkLst>
        </pc:spChg>
        <pc:spChg chg="add mod">
          <ac:chgData name="Фам Хунг" userId="33fb39263e7f0303" providerId="LiveId" clId="{DAD0C7E4-E1E8-447E-B3F8-C5D3B2431004}" dt="2026-03-31T09:28:14.046" v="1496"/>
          <ac:spMkLst>
            <pc:docMk/>
            <pc:sldMk cId="3546079900" sldId="262"/>
            <ac:spMk id="12" creationId="{216EC556-BF1F-22CD-15D7-93C7C3D5255A}"/>
          </ac:spMkLst>
        </pc:spChg>
        <pc:spChg chg="add mod">
          <ac:chgData name="Фам Хунг" userId="33fb39263e7f0303" providerId="LiveId" clId="{DAD0C7E4-E1E8-447E-B3F8-C5D3B2431004}" dt="2026-03-31T09:28:13.782" v="1495"/>
          <ac:spMkLst>
            <pc:docMk/>
            <pc:sldMk cId="3546079900" sldId="262"/>
            <ac:spMk id="13" creationId="{E6AF35AD-D2C3-AE95-D2BC-41B8A8F6C19B}"/>
          </ac:spMkLst>
        </pc:spChg>
        <pc:picChg chg="add mod ord">
          <ac:chgData name="Фам Хунг" userId="33fb39263e7f0303" providerId="LiveId" clId="{DAD0C7E4-E1E8-447E-B3F8-C5D3B2431004}" dt="2026-03-31T09:25:53.575" v="1476" actId="14100"/>
          <ac:picMkLst>
            <pc:docMk/>
            <pc:sldMk cId="3546079900" sldId="262"/>
            <ac:picMk id="8" creationId="{AD6E0118-6F86-B1BB-F2C0-99FEFAC878D9}"/>
          </ac:picMkLst>
        </pc:picChg>
        <pc:picChg chg="add mod">
          <ac:chgData name="Фам Хунг" userId="33fb39263e7f0303" providerId="LiveId" clId="{DAD0C7E4-E1E8-447E-B3F8-C5D3B2431004}" dt="2026-03-31T09:27:05.336" v="1487" actId="1076"/>
          <ac:picMkLst>
            <pc:docMk/>
            <pc:sldMk cId="3546079900" sldId="262"/>
            <ac:picMk id="9" creationId="{E33783D2-C0BC-EDFF-DBBF-074703114B07}"/>
          </ac:picMkLst>
        </pc:picChg>
      </pc:sldChg>
      <pc:sldChg chg="addSp delSp modSp new mod modClrScheme chgLayout">
        <pc:chgData name="Фам Хунг" userId="33fb39263e7f0303" providerId="LiveId" clId="{DAD0C7E4-E1E8-447E-B3F8-C5D3B2431004}" dt="2026-03-31T14:19:43.299" v="2134" actId="14100"/>
        <pc:sldMkLst>
          <pc:docMk/>
          <pc:sldMk cId="2087986367" sldId="263"/>
        </pc:sldMkLst>
        <pc:spChg chg="del mod ord">
          <ac:chgData name="Фам Хунг" userId="33fb39263e7f0303" providerId="LiveId" clId="{DAD0C7E4-E1E8-447E-B3F8-C5D3B2431004}" dt="2026-03-31T10:10:01.622" v="1915" actId="700"/>
          <ac:spMkLst>
            <pc:docMk/>
            <pc:sldMk cId="2087986367" sldId="263"/>
            <ac:spMk id="2" creationId="{017DC602-F7C0-1B64-7344-8F0CD94CA31C}"/>
          </ac:spMkLst>
        </pc:spChg>
        <pc:spChg chg="del">
          <ac:chgData name="Фам Хунг" userId="33fb39263e7f0303" providerId="LiveId" clId="{DAD0C7E4-E1E8-447E-B3F8-C5D3B2431004}" dt="2026-03-31T10:10:01.622" v="1915" actId="700"/>
          <ac:spMkLst>
            <pc:docMk/>
            <pc:sldMk cId="2087986367" sldId="263"/>
            <ac:spMk id="3" creationId="{52EFA420-3A30-2383-3DCE-FABF17BDBA75}"/>
          </ac:spMkLst>
        </pc:spChg>
        <pc:spChg chg="add del">
          <ac:chgData name="Фам Хунг" userId="33fb39263e7f0303" providerId="LiveId" clId="{DAD0C7E4-E1E8-447E-B3F8-C5D3B2431004}" dt="2026-03-31T09:40:51.089" v="1653"/>
          <ac:spMkLst>
            <pc:docMk/>
            <pc:sldMk cId="2087986367" sldId="263"/>
            <ac:spMk id="4" creationId="{F90F8202-236C-B889-200D-269D8DA3006D}"/>
          </ac:spMkLst>
        </pc:spChg>
        <pc:spChg chg="del">
          <ac:chgData name="Фам Хунг" userId="33fb39263e7f0303" providerId="LiveId" clId="{DAD0C7E4-E1E8-447E-B3F8-C5D3B2431004}" dt="2026-03-31T10:10:01.622" v="1915" actId="700"/>
          <ac:spMkLst>
            <pc:docMk/>
            <pc:sldMk cId="2087986367" sldId="263"/>
            <ac:spMk id="5" creationId="{CB7C5770-D151-B175-4D31-C48F5AABAF9C}"/>
          </ac:spMkLst>
        </pc:spChg>
        <pc:spChg chg="del">
          <ac:chgData name="Фам Хунг" userId="33fb39263e7f0303" providerId="LiveId" clId="{DAD0C7E4-E1E8-447E-B3F8-C5D3B2431004}" dt="2026-03-31T09:48:28.302" v="1794" actId="931"/>
          <ac:spMkLst>
            <pc:docMk/>
            <pc:sldMk cId="2087986367" sldId="263"/>
            <ac:spMk id="6" creationId="{C6F9156D-EBBF-C760-36BC-AFAD8E1F2B43}"/>
          </ac:spMkLst>
        </pc:spChg>
        <pc:spChg chg="add del mod">
          <ac:chgData name="Фам Хунг" userId="33fb39263e7f0303" providerId="LiveId" clId="{DAD0C7E4-E1E8-447E-B3F8-C5D3B2431004}" dt="2026-03-31T09:41:00.576" v="1659"/>
          <ac:spMkLst>
            <pc:docMk/>
            <pc:sldMk cId="2087986367" sldId="263"/>
            <ac:spMk id="14" creationId="{76E2EB10-B999-3E3E-7312-1BD40669200A}"/>
          </ac:spMkLst>
        </pc:spChg>
        <pc:spChg chg="add del mod ord">
          <ac:chgData name="Фам Хунг" userId="33fb39263e7f0303" providerId="LiveId" clId="{DAD0C7E4-E1E8-447E-B3F8-C5D3B2431004}" dt="2026-03-31T10:10:01.622" v="1915" actId="700"/>
          <ac:spMkLst>
            <pc:docMk/>
            <pc:sldMk cId="2087986367" sldId="263"/>
            <ac:spMk id="17" creationId="{D5AE602C-8D83-5F24-CD26-ECE140208D4D}"/>
          </ac:spMkLst>
        </pc:spChg>
        <pc:spChg chg="add del mod">
          <ac:chgData name="Фам Хунг" userId="33fb39263e7f0303" providerId="LiveId" clId="{DAD0C7E4-E1E8-447E-B3F8-C5D3B2431004}" dt="2026-03-31T09:49:26.392" v="1899" actId="931"/>
          <ac:spMkLst>
            <pc:docMk/>
            <pc:sldMk cId="2087986367" sldId="263"/>
            <ac:spMk id="21" creationId="{744EE0FD-565F-5DF8-9AFF-6FE688F52AAC}"/>
          </ac:spMkLst>
        </pc:spChg>
        <pc:spChg chg="add del mod">
          <ac:chgData name="Фам Хунг" userId="33fb39263e7f0303" providerId="LiveId" clId="{DAD0C7E4-E1E8-447E-B3F8-C5D3B2431004}" dt="2026-03-31T10:10:01.622" v="1915" actId="700"/>
          <ac:spMkLst>
            <pc:docMk/>
            <pc:sldMk cId="2087986367" sldId="263"/>
            <ac:spMk id="25" creationId="{77AB10C1-2035-6F02-09C5-686C71A9D45A}"/>
          </ac:spMkLst>
        </pc:spChg>
        <pc:spChg chg="add mod ord">
          <ac:chgData name="Фам Хунг" userId="33fb39263e7f0303" providerId="LiveId" clId="{DAD0C7E4-E1E8-447E-B3F8-C5D3B2431004}" dt="2026-03-31T14:19:43.299" v="2134" actId="14100"/>
          <ac:spMkLst>
            <pc:docMk/>
            <pc:sldMk cId="2087986367" sldId="263"/>
            <ac:spMk id="26" creationId="{FFE040E0-3D85-C173-4AAA-384F80675E69}"/>
          </ac:spMkLst>
        </pc:spChg>
        <pc:spChg chg="add mod ord">
          <ac:chgData name="Фам Хунг" userId="33fb39263e7f0303" providerId="LiveId" clId="{DAD0C7E4-E1E8-447E-B3F8-C5D3B2431004}" dt="2026-03-31T10:59:46.760" v="2012" actId="12"/>
          <ac:spMkLst>
            <pc:docMk/>
            <pc:sldMk cId="2087986367" sldId="263"/>
            <ac:spMk id="27" creationId="{0DD4C8FF-AABC-A38D-66AE-326974DF6384}"/>
          </ac:spMkLst>
        </pc:spChg>
        <pc:picChg chg="add del mod ord">
          <ac:chgData name="Фам Хунг" userId="33fb39263e7f0303" providerId="LiveId" clId="{DAD0C7E4-E1E8-447E-B3F8-C5D3B2431004}" dt="2026-03-31T09:40:23.648" v="1649" actId="931"/>
          <ac:picMkLst>
            <pc:docMk/>
            <pc:sldMk cId="2087986367" sldId="263"/>
            <ac:picMk id="8" creationId="{6B5AC9B4-A55F-3874-BF98-0510C749AE3F}"/>
          </ac:picMkLst>
        </pc:picChg>
        <pc:picChg chg="add del mod ord">
          <ac:chgData name="Фам Хунг" userId="33fb39263e7f0303" providerId="LiveId" clId="{DAD0C7E4-E1E8-447E-B3F8-C5D3B2431004}" dt="2026-03-31T09:40:41.499" v="1651" actId="931"/>
          <ac:picMkLst>
            <pc:docMk/>
            <pc:sldMk cId="2087986367" sldId="263"/>
            <ac:picMk id="10" creationId="{616A69B4-99F2-D3A2-FB3F-657309D23830}"/>
          </ac:picMkLst>
        </pc:picChg>
        <pc:picChg chg="add del mod ord">
          <ac:chgData name="Фам Хунг" userId="33fb39263e7f0303" providerId="LiveId" clId="{DAD0C7E4-E1E8-447E-B3F8-C5D3B2431004}" dt="2026-03-31T09:40:52.503" v="1654" actId="21"/>
          <ac:picMkLst>
            <pc:docMk/>
            <pc:sldMk cId="2087986367" sldId="263"/>
            <ac:picMk id="12" creationId="{E7014FB7-A7DE-F9F4-1B8B-E5083F99E35D}"/>
          </ac:picMkLst>
        </pc:picChg>
        <pc:picChg chg="add del mod">
          <ac:chgData name="Фам Хунг" userId="33fb39263e7f0303" providerId="LiveId" clId="{DAD0C7E4-E1E8-447E-B3F8-C5D3B2431004}" dt="2026-03-31T09:41:04.559" v="1661" actId="21"/>
          <ac:picMkLst>
            <pc:docMk/>
            <pc:sldMk cId="2087986367" sldId="263"/>
            <ac:picMk id="15" creationId="{5BEF82F4-F7AB-22F5-3968-40EF2F2573E5}"/>
          </ac:picMkLst>
        </pc:picChg>
        <pc:picChg chg="add del mod ord">
          <ac:chgData name="Фам Хунг" userId="33fb39263e7f0303" providerId="LiveId" clId="{DAD0C7E4-E1E8-447E-B3F8-C5D3B2431004}" dt="2026-03-31T09:48:31.101" v="1795" actId="21"/>
          <ac:picMkLst>
            <pc:docMk/>
            <pc:sldMk cId="2087986367" sldId="263"/>
            <ac:picMk id="19" creationId="{6FD700D4-34B2-3305-3784-C8FEA7770113}"/>
          </ac:picMkLst>
        </pc:picChg>
        <pc:picChg chg="add del mod ord">
          <ac:chgData name="Фам Хунг" userId="33fb39263e7f0303" providerId="LiveId" clId="{DAD0C7E4-E1E8-447E-B3F8-C5D3B2431004}" dt="2026-03-31T09:49:27.933" v="1900" actId="21"/>
          <ac:picMkLst>
            <pc:docMk/>
            <pc:sldMk cId="2087986367" sldId="263"/>
            <ac:picMk id="23" creationId="{33DBDC8F-A6C7-4C0D-068C-7F15DACAA431}"/>
          </ac:picMkLst>
        </pc:picChg>
      </pc:sldChg>
      <pc:sldChg chg="addSp delSp modSp new mod">
        <pc:chgData name="Фам Хунг" userId="33fb39263e7f0303" providerId="LiveId" clId="{DAD0C7E4-E1E8-447E-B3F8-C5D3B2431004}" dt="2026-03-31T14:19:36.211" v="2133" actId="14100"/>
        <pc:sldMkLst>
          <pc:docMk/>
          <pc:sldMk cId="2114411567" sldId="264"/>
        </pc:sldMkLst>
        <pc:spChg chg="mod">
          <ac:chgData name="Фам Хунг" userId="33fb39263e7f0303" providerId="LiveId" clId="{DAD0C7E4-E1E8-447E-B3F8-C5D3B2431004}" dt="2026-03-31T14:19:36.211" v="2133" actId="14100"/>
          <ac:spMkLst>
            <pc:docMk/>
            <pc:sldMk cId="2114411567" sldId="264"/>
            <ac:spMk id="2" creationId="{A29A0EBD-5D8D-DD23-5D63-ED8B81E35C9D}"/>
          </ac:spMkLst>
        </pc:spChg>
        <pc:spChg chg="del">
          <ac:chgData name="Фам Хунг" userId="33fb39263e7f0303" providerId="LiveId" clId="{DAD0C7E4-E1E8-447E-B3F8-C5D3B2431004}" dt="2026-03-31T11:05:27.283" v="2093"/>
          <ac:spMkLst>
            <pc:docMk/>
            <pc:sldMk cId="2114411567" sldId="264"/>
            <ac:spMk id="3" creationId="{E715C4CD-5A9C-95E6-910B-05A4288FFBEE}"/>
          </ac:spMkLst>
        </pc:spChg>
        <pc:spChg chg="add mod">
          <ac:chgData name="Фам Хунг" userId="33fb39263e7f0303" providerId="LiveId" clId="{DAD0C7E4-E1E8-447E-B3F8-C5D3B2431004}" dt="2026-03-31T13:24:51.671" v="2128" actId="1076"/>
          <ac:spMkLst>
            <pc:docMk/>
            <pc:sldMk cId="2114411567" sldId="264"/>
            <ac:spMk id="5" creationId="{5B206420-EBE9-6363-F606-10C06C725E34}"/>
          </ac:spMkLst>
        </pc:spChg>
        <pc:picChg chg="add mod">
          <ac:chgData name="Фам Хунг" userId="33fb39263e7f0303" providerId="LiveId" clId="{DAD0C7E4-E1E8-447E-B3F8-C5D3B2431004}" dt="2026-03-31T13:24:58.776" v="2130" actId="1076"/>
          <ac:picMkLst>
            <pc:docMk/>
            <pc:sldMk cId="2114411567" sldId="264"/>
            <ac:picMk id="1026" creationId="{EE41D6C1-0FEC-C9EA-BB7F-C69F4A0DE148}"/>
          </ac:picMkLst>
        </pc:picChg>
      </pc:sldChg>
      <pc:sldChg chg="addSp delSp modSp add mod">
        <pc:chgData name="Фам Хунг" userId="33fb39263e7f0303" providerId="LiveId" clId="{DAD0C7E4-E1E8-447E-B3F8-C5D3B2431004}" dt="2026-03-31T14:22:09.995" v="2138" actId="14100"/>
        <pc:sldMkLst>
          <pc:docMk/>
          <pc:sldMk cId="1934731892" sldId="265"/>
        </pc:sldMkLst>
        <pc:spChg chg="mod">
          <ac:chgData name="Фам Хунг" userId="33fb39263e7f0303" providerId="LiveId" clId="{DAD0C7E4-E1E8-447E-B3F8-C5D3B2431004}" dt="2026-03-31T14:19:49.718" v="2136" actId="14100"/>
          <ac:spMkLst>
            <pc:docMk/>
            <pc:sldMk cId="1934731892" sldId="265"/>
            <ac:spMk id="2" creationId="{52712A63-DD6D-395C-C8C8-700D27FECAB4}"/>
          </ac:spMkLst>
        </pc:spChg>
        <pc:spChg chg="add del mod">
          <ac:chgData name="Фам Хунг" userId="33fb39263e7f0303" providerId="LiveId" clId="{DAD0C7E4-E1E8-447E-B3F8-C5D3B2431004}" dt="2026-03-31T11:13:53.488" v="2124"/>
          <ac:spMkLst>
            <pc:docMk/>
            <pc:sldMk cId="1934731892" sldId="265"/>
            <ac:spMk id="3" creationId="{CD2C3A75-535D-D2D0-372C-2AF47A211313}"/>
          </ac:spMkLst>
        </pc:spChg>
        <pc:spChg chg="mod">
          <ac:chgData name="Фам Хунг" userId="33fb39263e7f0303" providerId="LiveId" clId="{DAD0C7E4-E1E8-447E-B3F8-C5D3B2431004}" dt="2026-03-31T14:22:09.995" v="2138" actId="14100"/>
          <ac:spMkLst>
            <pc:docMk/>
            <pc:sldMk cId="1934731892" sldId="265"/>
            <ac:spMk id="5" creationId="{97E4AC0C-AFE8-0E85-1528-4744E795E81C}"/>
          </ac:spMkLst>
        </pc:spChg>
        <pc:picChg chg="del">
          <ac:chgData name="Фам Хунг" userId="33fb39263e7f0303" providerId="LiveId" clId="{DAD0C7E4-E1E8-447E-B3F8-C5D3B2431004}" dt="2026-03-31T11:09:41.643" v="2120" actId="478"/>
          <ac:picMkLst>
            <pc:docMk/>
            <pc:sldMk cId="1934731892" sldId="265"/>
            <ac:picMk id="1026" creationId="{86F7BDDA-345C-4867-7882-C5C69DD75DA6}"/>
          </ac:picMkLst>
        </pc:picChg>
        <pc:picChg chg="add mod">
          <ac:chgData name="Фам Хунг" userId="33fb39263e7f0303" providerId="LiveId" clId="{DAD0C7E4-E1E8-447E-B3F8-C5D3B2431004}" dt="2026-03-31T13:46:35.361" v="2132" actId="1076"/>
          <ac:picMkLst>
            <pc:docMk/>
            <pc:sldMk cId="1934731892" sldId="265"/>
            <ac:picMk id="2050" creationId="{42EEAD67-15DA-9C07-12DB-9463FEF6E37B}"/>
          </ac:picMkLst>
        </pc:picChg>
      </pc:sldChg>
      <pc:sldChg chg="addSp delSp modSp new mod">
        <pc:chgData name="Фам Хунг" userId="33fb39263e7f0303" providerId="LiveId" clId="{DAD0C7E4-E1E8-447E-B3F8-C5D3B2431004}" dt="2026-03-31T14:29:56.129" v="2191" actId="1076"/>
        <pc:sldMkLst>
          <pc:docMk/>
          <pc:sldMk cId="3193451382" sldId="266"/>
        </pc:sldMkLst>
        <pc:spChg chg="mod">
          <ac:chgData name="Фам Хунг" userId="33fb39263e7f0303" providerId="LiveId" clId="{DAD0C7E4-E1E8-447E-B3F8-C5D3B2431004}" dt="2026-03-31T14:22:22.460" v="2139"/>
          <ac:spMkLst>
            <pc:docMk/>
            <pc:sldMk cId="3193451382" sldId="266"/>
            <ac:spMk id="2" creationId="{76B128B5-534F-5266-ED5C-C3EA9E9700E5}"/>
          </ac:spMkLst>
        </pc:spChg>
        <pc:spChg chg="del">
          <ac:chgData name="Фам Хунг" userId="33fb39263e7f0303" providerId="LiveId" clId="{DAD0C7E4-E1E8-447E-B3F8-C5D3B2431004}" dt="2026-03-31T14:25:54.584" v="2140" actId="22"/>
          <ac:spMkLst>
            <pc:docMk/>
            <pc:sldMk cId="3193451382" sldId="266"/>
            <ac:spMk id="3" creationId="{5C88F172-9673-B486-7B02-2499347D0E6B}"/>
          </ac:spMkLst>
        </pc:spChg>
        <pc:spChg chg="add mod">
          <ac:chgData name="Фам Хунг" userId="33fb39263e7f0303" providerId="LiveId" clId="{DAD0C7E4-E1E8-447E-B3F8-C5D3B2431004}" dt="2026-03-31T14:29:56.129" v="2191" actId="1076"/>
          <ac:spMkLst>
            <pc:docMk/>
            <pc:sldMk cId="3193451382" sldId="266"/>
            <ac:spMk id="7" creationId="{2E0C5E49-3687-ED1B-D901-F68DF19220A2}"/>
          </ac:spMkLst>
        </pc:spChg>
        <pc:picChg chg="add del mod ord">
          <ac:chgData name="Фам Хунг" userId="33fb39263e7f0303" providerId="LiveId" clId="{DAD0C7E4-E1E8-447E-B3F8-C5D3B2431004}" dt="2026-03-31T14:26:00.380" v="2143" actId="21"/>
          <ac:picMkLst>
            <pc:docMk/>
            <pc:sldMk cId="3193451382" sldId="266"/>
            <ac:picMk id="5" creationId="{4DCD468F-0C83-A580-C655-A93D98F2C9E8}"/>
          </ac:picMkLst>
        </pc:picChg>
        <pc:picChg chg="add mod">
          <ac:chgData name="Фам Хунг" userId="33fb39263e7f0303" providerId="LiveId" clId="{DAD0C7E4-E1E8-447E-B3F8-C5D3B2431004}" dt="2026-03-31T14:28:51.596" v="2190" actId="1076"/>
          <ac:picMkLst>
            <pc:docMk/>
            <pc:sldMk cId="3193451382" sldId="266"/>
            <ac:picMk id="8" creationId="{71B9711E-2918-6F80-520B-6481E11B73B4}"/>
          </ac:picMkLst>
        </pc:picChg>
      </pc:sldChg>
      <pc:sldChg chg="addSp delSp modSp new mod">
        <pc:chgData name="Фам Хунг" userId="33fb39263e7f0303" providerId="LiveId" clId="{DAD0C7E4-E1E8-447E-B3F8-C5D3B2431004}" dt="2026-03-31T17:00:33.904" v="2611" actId="790"/>
        <pc:sldMkLst>
          <pc:docMk/>
          <pc:sldMk cId="1167384957" sldId="267"/>
        </pc:sldMkLst>
        <pc:spChg chg="mod">
          <ac:chgData name="Фам Хунг" userId="33fb39263e7f0303" providerId="LiveId" clId="{DAD0C7E4-E1E8-447E-B3F8-C5D3B2431004}" dt="2026-03-31T17:00:33.904" v="2611" actId="790"/>
          <ac:spMkLst>
            <pc:docMk/>
            <pc:sldMk cId="1167384957" sldId="267"/>
            <ac:spMk id="2" creationId="{83E93FC6-974E-14B0-EBDB-580DAEC31A2A}"/>
          </ac:spMkLst>
        </pc:spChg>
        <pc:spChg chg="del">
          <ac:chgData name="Фам Хунг" userId="33fb39263e7f0303" providerId="LiveId" clId="{DAD0C7E4-E1E8-447E-B3F8-C5D3B2431004}" dt="2026-03-31T14:26:24.317" v="2145"/>
          <ac:spMkLst>
            <pc:docMk/>
            <pc:sldMk cId="1167384957" sldId="267"/>
            <ac:spMk id="3" creationId="{B1515737-7AF9-E79E-301F-C239B7731743}"/>
          </ac:spMkLst>
        </pc:spChg>
        <pc:spChg chg="add del mod">
          <ac:chgData name="Фам Хунг" userId="33fb39263e7f0303" providerId="LiveId" clId="{DAD0C7E4-E1E8-447E-B3F8-C5D3B2431004}" dt="2026-03-31T16:56:14.022" v="2582" actId="34307"/>
          <ac:spMkLst>
            <pc:docMk/>
            <pc:sldMk cId="1167384957" sldId="267"/>
            <ac:spMk id="6" creationId="{DEBB3826-0102-4DBF-596C-9305CB92A4ED}"/>
          </ac:spMkLst>
        </pc:spChg>
        <pc:spChg chg="add mod">
          <ac:chgData name="Фам Хунг" userId="33fb39263e7f0303" providerId="LiveId" clId="{DAD0C7E4-E1E8-447E-B3F8-C5D3B2431004}" dt="2026-03-31T16:59:31.827" v="2608" actId="12"/>
          <ac:spMkLst>
            <pc:docMk/>
            <pc:sldMk cId="1167384957" sldId="267"/>
            <ac:spMk id="9" creationId="{0A6BCAF2-2D37-F45D-3A5A-0FA475569219}"/>
          </ac:spMkLst>
        </pc:spChg>
        <pc:spChg chg="add del mod">
          <ac:chgData name="Фам Хунг" userId="33fb39263e7f0303" providerId="LiveId" clId="{DAD0C7E4-E1E8-447E-B3F8-C5D3B2431004}" dt="2026-03-31T16:57:28.262" v="2589" actId="478"/>
          <ac:spMkLst>
            <pc:docMk/>
            <pc:sldMk cId="1167384957" sldId="267"/>
            <ac:spMk id="11" creationId="{0C654B58-9F48-02EC-B1FB-2B93DFC79CD8}"/>
          </ac:spMkLst>
        </pc:spChg>
        <pc:picChg chg="add del mod">
          <ac:chgData name="Фам Хунг" userId="33fb39263e7f0303" providerId="LiveId" clId="{DAD0C7E4-E1E8-447E-B3F8-C5D3B2431004}" dt="2026-03-31T16:53:01.994" v="2571" actId="478"/>
          <ac:picMkLst>
            <pc:docMk/>
            <pc:sldMk cId="1167384957" sldId="267"/>
            <ac:picMk id="5" creationId="{4DCD468F-0C83-A580-C655-A93D98F2C9E8}"/>
          </ac:picMkLst>
        </pc:picChg>
        <pc:picChg chg="add del mod ord">
          <ac:chgData name="Фам Хунг" userId="33fb39263e7f0303" providerId="LiveId" clId="{DAD0C7E4-E1E8-447E-B3F8-C5D3B2431004}" dt="2026-03-31T16:56:58.587" v="2583" actId="478"/>
          <ac:picMkLst>
            <pc:docMk/>
            <pc:sldMk cId="1167384957" sldId="267"/>
            <ac:picMk id="7" creationId="{5B7C9F78-F69D-C082-A339-3CB9A4680574}"/>
          </ac:picMkLst>
        </pc:picChg>
        <pc:picChg chg="add mod">
          <ac:chgData name="Фам Хунг" userId="33fb39263e7f0303" providerId="LiveId" clId="{DAD0C7E4-E1E8-447E-B3F8-C5D3B2431004}" dt="2026-03-31T17:00:26.920" v="2610" actId="1076"/>
          <ac:picMkLst>
            <pc:docMk/>
            <pc:sldMk cId="1167384957" sldId="267"/>
            <ac:picMk id="10242" creationId="{76379117-E84C-A286-1AB5-5D25A9B9D9BB}"/>
          </ac:picMkLst>
        </pc:picChg>
      </pc:sldChg>
      <pc:sldChg chg="addSp delSp modSp add mod">
        <pc:chgData name="Фам Хунг" userId="33fb39263e7f0303" providerId="LiveId" clId="{DAD0C7E4-E1E8-447E-B3F8-C5D3B2431004}" dt="2026-03-31T17:02:07.829" v="2612" actId="5793"/>
        <pc:sldMkLst>
          <pc:docMk/>
          <pc:sldMk cId="2751671619" sldId="268"/>
        </pc:sldMkLst>
        <pc:spChg chg="mod">
          <ac:chgData name="Фам Хунг" userId="33fb39263e7f0303" providerId="LiveId" clId="{DAD0C7E4-E1E8-447E-B3F8-C5D3B2431004}" dt="2026-03-31T14:33:12.304" v="2195"/>
          <ac:spMkLst>
            <pc:docMk/>
            <pc:sldMk cId="2751671619" sldId="268"/>
            <ac:spMk id="2" creationId="{06F14577-AE5C-1349-D0A2-C095076C1F6A}"/>
          </ac:spMkLst>
        </pc:spChg>
        <pc:spChg chg="mod">
          <ac:chgData name="Фам Хунг" userId="33fb39263e7f0303" providerId="LiveId" clId="{DAD0C7E4-E1E8-447E-B3F8-C5D3B2431004}" dt="2026-03-31T17:02:07.829" v="2612" actId="5793"/>
          <ac:spMkLst>
            <pc:docMk/>
            <pc:sldMk cId="2751671619" sldId="268"/>
            <ac:spMk id="7" creationId="{05CBB2AB-E561-F6E4-D36D-D87311943DF5}"/>
          </ac:spMkLst>
        </pc:spChg>
        <pc:picChg chg="del">
          <ac:chgData name="Фам Хунг" userId="33fb39263e7f0303" providerId="LiveId" clId="{DAD0C7E4-E1E8-447E-B3F8-C5D3B2431004}" dt="2026-03-31T14:33:33.355" v="2196" actId="478"/>
          <ac:picMkLst>
            <pc:docMk/>
            <pc:sldMk cId="2751671619" sldId="268"/>
            <ac:picMk id="8" creationId="{037FAD65-56FE-36FB-63C3-ED9C97214533}"/>
          </ac:picMkLst>
        </pc:picChg>
        <pc:picChg chg="add mod">
          <ac:chgData name="Фам Хунг" userId="33fb39263e7f0303" providerId="LiveId" clId="{DAD0C7E4-E1E8-447E-B3F8-C5D3B2431004}" dt="2026-03-31T14:34:54.953" v="2216" actId="1076"/>
          <ac:picMkLst>
            <pc:docMk/>
            <pc:sldMk cId="2751671619" sldId="268"/>
            <ac:picMk id="1026" creationId="{34A95D52-DC92-56BA-6445-575E52A9B65F}"/>
          </ac:picMkLst>
        </pc:picChg>
      </pc:sldChg>
      <pc:sldChg chg="addSp modSp new mod">
        <pc:chgData name="Фам Хунг" userId="33fb39263e7f0303" providerId="LiveId" clId="{DAD0C7E4-E1E8-447E-B3F8-C5D3B2431004}" dt="2026-03-31T17:02:23.004" v="2613" actId="1076"/>
        <pc:sldMkLst>
          <pc:docMk/>
          <pc:sldMk cId="1022422892" sldId="269"/>
        </pc:sldMkLst>
        <pc:spChg chg="mod">
          <ac:chgData name="Фам Хунг" userId="33fb39263e7f0303" providerId="LiveId" clId="{DAD0C7E4-E1E8-447E-B3F8-C5D3B2431004}" dt="2026-03-31T14:36:53.039" v="2225" actId="20577"/>
          <ac:spMkLst>
            <pc:docMk/>
            <pc:sldMk cId="1022422892" sldId="269"/>
            <ac:spMk id="2" creationId="{C29BBC09-D0E3-8FA2-EA64-57BDBC7E48F2}"/>
          </ac:spMkLst>
        </pc:spChg>
        <pc:spChg chg="mod">
          <ac:chgData name="Фам Хунг" userId="33fb39263e7f0303" providerId="LiveId" clId="{DAD0C7E4-E1E8-447E-B3F8-C5D3B2431004}" dt="2026-03-31T14:43:40.363" v="2308" actId="14100"/>
          <ac:spMkLst>
            <pc:docMk/>
            <pc:sldMk cId="1022422892" sldId="269"/>
            <ac:spMk id="3" creationId="{21115608-37C5-5FEB-F561-2B4CB41E10A8}"/>
          </ac:spMkLst>
        </pc:spChg>
        <pc:picChg chg="add mod">
          <ac:chgData name="Фам Хунг" userId="33fb39263e7f0303" providerId="LiveId" clId="{DAD0C7E4-E1E8-447E-B3F8-C5D3B2431004}" dt="2026-03-31T17:02:23.004" v="2613" actId="1076"/>
          <ac:picMkLst>
            <pc:docMk/>
            <pc:sldMk cId="1022422892" sldId="269"/>
            <ac:picMk id="2050" creationId="{25D01D12-3A15-AD92-1153-A0A9F9720256}"/>
          </ac:picMkLst>
        </pc:picChg>
      </pc:sldChg>
      <pc:sldChg chg="addSp delSp modSp add mod">
        <pc:chgData name="Фам Хунг" userId="33fb39263e7f0303" providerId="LiveId" clId="{DAD0C7E4-E1E8-447E-B3F8-C5D3B2431004}" dt="2026-03-31T14:48:42.311" v="2379" actId="14100"/>
        <pc:sldMkLst>
          <pc:docMk/>
          <pc:sldMk cId="2403446323" sldId="270"/>
        </pc:sldMkLst>
        <pc:spChg chg="mod">
          <ac:chgData name="Фам Хунг" userId="33fb39263e7f0303" providerId="LiveId" clId="{DAD0C7E4-E1E8-447E-B3F8-C5D3B2431004}" dt="2026-03-31T14:44:17.516" v="2310"/>
          <ac:spMkLst>
            <pc:docMk/>
            <pc:sldMk cId="2403446323" sldId="270"/>
            <ac:spMk id="2" creationId="{21551F13-B3A3-CABA-81DF-D24F5EF179E2}"/>
          </ac:spMkLst>
        </pc:spChg>
        <pc:spChg chg="del mod">
          <ac:chgData name="Фам Хунг" userId="33fb39263e7f0303" providerId="LiveId" clId="{DAD0C7E4-E1E8-447E-B3F8-C5D3B2431004}" dt="2026-03-31T14:45:52.083" v="2317" actId="478"/>
          <ac:spMkLst>
            <pc:docMk/>
            <pc:sldMk cId="2403446323" sldId="270"/>
            <ac:spMk id="3" creationId="{E9F2DB4B-7147-9485-9DFC-C56999DDC366}"/>
          </ac:spMkLst>
        </pc:spChg>
        <pc:spChg chg="add mod">
          <ac:chgData name="Фам Хунг" userId="33fb39263e7f0303" providerId="LiveId" clId="{DAD0C7E4-E1E8-447E-B3F8-C5D3B2431004}" dt="2026-03-31T14:48:22.163" v="2370" actId="1076"/>
          <ac:spMkLst>
            <pc:docMk/>
            <pc:sldMk cId="2403446323" sldId="270"/>
            <ac:spMk id="5" creationId="{75F6E8F7-BC0D-E46D-5CC1-D36331DBCCCE}"/>
          </ac:spMkLst>
        </pc:spChg>
        <pc:picChg chg="del">
          <ac:chgData name="Фам Хунг" userId="33fb39263e7f0303" providerId="LiveId" clId="{DAD0C7E4-E1E8-447E-B3F8-C5D3B2431004}" dt="2026-03-31T14:44:20.366" v="2311" actId="478"/>
          <ac:picMkLst>
            <pc:docMk/>
            <pc:sldMk cId="2403446323" sldId="270"/>
            <ac:picMk id="2050" creationId="{F3B595BD-E177-7AC4-CF81-842AB45D3794}"/>
          </ac:picMkLst>
        </pc:picChg>
        <pc:picChg chg="add del mod">
          <ac:chgData name="Фам Хунг" userId="33fb39263e7f0303" providerId="LiveId" clId="{DAD0C7E4-E1E8-447E-B3F8-C5D3B2431004}" dt="2026-03-31T14:44:48.455" v="2316" actId="21"/>
          <ac:picMkLst>
            <pc:docMk/>
            <pc:sldMk cId="2403446323" sldId="270"/>
            <ac:picMk id="3074" creationId="{EF0BF234-4D84-8841-3D6B-35290FA0734F}"/>
          </ac:picMkLst>
        </pc:picChg>
        <pc:picChg chg="add mod">
          <ac:chgData name="Фам Хунг" userId="33fb39263e7f0303" providerId="LiveId" clId="{DAD0C7E4-E1E8-447E-B3F8-C5D3B2431004}" dt="2026-03-31T14:47:02.934" v="2345" actId="14100"/>
          <ac:picMkLst>
            <pc:docMk/>
            <pc:sldMk cId="2403446323" sldId="270"/>
            <ac:picMk id="3076" creationId="{714B042B-4E61-D1E2-9BE1-BD7DBD7F7242}"/>
          </ac:picMkLst>
        </pc:picChg>
        <pc:picChg chg="add mod">
          <ac:chgData name="Фам Хунг" userId="33fb39263e7f0303" providerId="LiveId" clId="{DAD0C7E4-E1E8-447E-B3F8-C5D3B2431004}" dt="2026-03-31T14:48:42.311" v="2379" actId="14100"/>
          <ac:picMkLst>
            <pc:docMk/>
            <pc:sldMk cId="2403446323" sldId="270"/>
            <ac:picMk id="3078" creationId="{385509FA-89A9-D22E-3AE7-CBF58583913B}"/>
          </ac:picMkLst>
        </pc:picChg>
      </pc:sldChg>
      <pc:sldChg chg="addSp delSp modSp new mod">
        <pc:chgData name="Фам Хунг" userId="33fb39263e7f0303" providerId="LiveId" clId="{DAD0C7E4-E1E8-447E-B3F8-C5D3B2431004}" dt="2026-03-31T15:46:24.191" v="2423" actId="113"/>
        <pc:sldMkLst>
          <pc:docMk/>
          <pc:sldMk cId="3252405765" sldId="271"/>
        </pc:sldMkLst>
        <pc:spChg chg="mod">
          <ac:chgData name="Фам Хунг" userId="33fb39263e7f0303" providerId="LiveId" clId="{DAD0C7E4-E1E8-447E-B3F8-C5D3B2431004}" dt="2026-03-31T14:55:07.789" v="2382"/>
          <ac:spMkLst>
            <pc:docMk/>
            <pc:sldMk cId="3252405765" sldId="271"/>
            <ac:spMk id="2" creationId="{D1D813BF-ED94-F309-3B05-A4A6E4C7A7B8}"/>
          </ac:spMkLst>
        </pc:spChg>
        <pc:spChg chg="del">
          <ac:chgData name="Фам Хунг" userId="33fb39263e7f0303" providerId="LiveId" clId="{DAD0C7E4-E1E8-447E-B3F8-C5D3B2431004}" dt="2026-03-31T15:00:25.390" v="2383"/>
          <ac:spMkLst>
            <pc:docMk/>
            <pc:sldMk cId="3252405765" sldId="271"/>
            <ac:spMk id="3" creationId="{B9035F4A-7FC3-ED3E-ED74-BFB0D1DF78A1}"/>
          </ac:spMkLst>
        </pc:spChg>
        <pc:spChg chg="add mod">
          <ac:chgData name="Фам Хунг" userId="33fb39263e7f0303" providerId="LiveId" clId="{DAD0C7E4-E1E8-447E-B3F8-C5D3B2431004}" dt="2026-03-31T15:46:24.191" v="2423" actId="113"/>
          <ac:spMkLst>
            <pc:docMk/>
            <pc:sldMk cId="3252405765" sldId="271"/>
            <ac:spMk id="4" creationId="{8FD9762E-EFF2-9625-DF2B-648BF038997F}"/>
          </ac:spMkLst>
        </pc:spChg>
        <pc:picChg chg="add mod">
          <ac:chgData name="Фам Хунг" userId="33fb39263e7f0303" providerId="LiveId" clId="{DAD0C7E4-E1E8-447E-B3F8-C5D3B2431004}" dt="2026-03-31T15:13:43.776" v="2419" actId="14100"/>
          <ac:picMkLst>
            <pc:docMk/>
            <pc:sldMk cId="3252405765" sldId="271"/>
            <ac:picMk id="5" creationId="{CF8CCFBA-56D8-64FE-7222-8D3A3E206CF0}"/>
          </ac:picMkLst>
        </pc:picChg>
        <pc:picChg chg="add del mod">
          <ac:chgData name="Фам Хунг" userId="33fb39263e7f0303" providerId="LiveId" clId="{DAD0C7E4-E1E8-447E-B3F8-C5D3B2431004}" dt="2026-03-31T15:00:32.585" v="2385" actId="21"/>
          <ac:picMkLst>
            <pc:docMk/>
            <pc:sldMk cId="3252405765" sldId="271"/>
            <ac:picMk id="4098" creationId="{CF8CCFBA-56D8-64FE-7222-8D3A3E206CF0}"/>
          </ac:picMkLst>
        </pc:picChg>
      </pc:sldChg>
      <pc:sldChg chg="addSp modSp new mod">
        <pc:chgData name="Фам Хунг" userId="33fb39263e7f0303" providerId="LiveId" clId="{DAD0C7E4-E1E8-447E-B3F8-C5D3B2431004}" dt="2026-03-31T15:54:25.111" v="2468" actId="2711"/>
        <pc:sldMkLst>
          <pc:docMk/>
          <pc:sldMk cId="3228278675" sldId="272"/>
        </pc:sldMkLst>
        <pc:spChg chg="mod">
          <ac:chgData name="Фам Хунг" userId="33fb39263e7f0303" providerId="LiveId" clId="{DAD0C7E4-E1E8-447E-B3F8-C5D3B2431004}" dt="2026-03-31T15:51:51.808" v="2424"/>
          <ac:spMkLst>
            <pc:docMk/>
            <pc:sldMk cId="3228278675" sldId="272"/>
            <ac:spMk id="2" creationId="{CF299E49-2080-7667-11FE-E0A833C7D271}"/>
          </ac:spMkLst>
        </pc:spChg>
        <pc:spChg chg="mod">
          <ac:chgData name="Фам Хунг" userId="33fb39263e7f0303" providerId="LiveId" clId="{DAD0C7E4-E1E8-447E-B3F8-C5D3B2431004}" dt="2026-03-31T15:54:25.111" v="2468" actId="2711"/>
          <ac:spMkLst>
            <pc:docMk/>
            <pc:sldMk cId="3228278675" sldId="272"/>
            <ac:spMk id="3" creationId="{A2D8CFB2-D9A2-FF09-DC12-B2F9BB09E514}"/>
          </ac:spMkLst>
        </pc:spChg>
        <pc:spChg chg="add">
          <ac:chgData name="Фам Хунг" userId="33fb39263e7f0303" providerId="LiveId" clId="{DAD0C7E4-E1E8-447E-B3F8-C5D3B2431004}" dt="2026-03-31T15:53:52.732" v="2434"/>
          <ac:spMkLst>
            <pc:docMk/>
            <pc:sldMk cId="3228278675" sldId="272"/>
            <ac:spMk id="4" creationId="{678AF9B0-1E46-0F3D-E2E8-1F0DA960A863}"/>
          </ac:spMkLst>
        </pc:spChg>
        <pc:spChg chg="add">
          <ac:chgData name="Фам Хунг" userId="33fb39263e7f0303" providerId="LiveId" clId="{DAD0C7E4-E1E8-447E-B3F8-C5D3B2431004}" dt="2026-03-31T15:53:55.318" v="2435"/>
          <ac:spMkLst>
            <pc:docMk/>
            <pc:sldMk cId="3228278675" sldId="272"/>
            <ac:spMk id="5" creationId="{54CCD7C2-5A55-ABD3-E8D2-C3BC854CFAB2}"/>
          </ac:spMkLst>
        </pc:spChg>
      </pc:sldChg>
      <pc:sldChg chg="addSp delSp modSp new mod">
        <pc:chgData name="Фам Хунг" userId="33fb39263e7f0303" providerId="LiveId" clId="{DAD0C7E4-E1E8-447E-B3F8-C5D3B2431004}" dt="2026-03-31T17:03:15.425" v="2644" actId="20577"/>
        <pc:sldMkLst>
          <pc:docMk/>
          <pc:sldMk cId="2022518422" sldId="273"/>
        </pc:sldMkLst>
        <pc:spChg chg="mod">
          <ac:chgData name="Фам Хунг" userId="33fb39263e7f0303" providerId="LiveId" clId="{DAD0C7E4-E1E8-447E-B3F8-C5D3B2431004}" dt="2026-03-31T15:59:37.742" v="2473" actId="2711"/>
          <ac:spMkLst>
            <pc:docMk/>
            <pc:sldMk cId="2022518422" sldId="273"/>
            <ac:spMk id="2" creationId="{5A86E342-46D7-C569-BBCC-C727F9FF5D33}"/>
          </ac:spMkLst>
        </pc:spChg>
        <pc:spChg chg="mod">
          <ac:chgData name="Фам Хунг" userId="33fb39263e7f0303" providerId="LiveId" clId="{DAD0C7E4-E1E8-447E-B3F8-C5D3B2431004}" dt="2026-03-31T17:03:15.425" v="2644" actId="20577"/>
          <ac:spMkLst>
            <pc:docMk/>
            <pc:sldMk cId="2022518422" sldId="273"/>
            <ac:spMk id="3" creationId="{860AAED2-2FD3-0C7B-39BB-D2FC7721AB6F}"/>
          </ac:spMkLst>
        </pc:spChg>
        <pc:picChg chg="add mod">
          <ac:chgData name="Фам Хунг" userId="33fb39263e7f0303" providerId="LiveId" clId="{DAD0C7E4-E1E8-447E-B3F8-C5D3B2431004}" dt="2026-03-31T16:01:44.297" v="2495" actId="1076"/>
          <ac:picMkLst>
            <pc:docMk/>
            <pc:sldMk cId="2022518422" sldId="273"/>
            <ac:picMk id="4" creationId="{F4D56853-5461-3C66-15BF-51AFDB222633}"/>
          </ac:picMkLst>
        </pc:picChg>
        <pc:picChg chg="add del mod">
          <ac:chgData name="Фам Хунг" userId="33fb39263e7f0303" providerId="LiveId" clId="{DAD0C7E4-E1E8-447E-B3F8-C5D3B2431004}" dt="2026-03-31T16:01:25.930" v="2486" actId="21"/>
          <ac:picMkLst>
            <pc:docMk/>
            <pc:sldMk cId="2022518422" sldId="273"/>
            <ac:picMk id="6146" creationId="{F4D56853-5461-3C66-15BF-51AFDB222633}"/>
          </ac:picMkLst>
        </pc:picChg>
      </pc:sldChg>
      <pc:sldChg chg="addSp modSp new mod">
        <pc:chgData name="Фам Хунг" userId="33fb39263e7f0303" providerId="LiveId" clId="{DAD0C7E4-E1E8-447E-B3F8-C5D3B2431004}" dt="2026-03-31T16:28:38.510" v="2548" actId="5793"/>
        <pc:sldMkLst>
          <pc:docMk/>
          <pc:sldMk cId="1993382431" sldId="274"/>
        </pc:sldMkLst>
        <pc:spChg chg="mod">
          <ac:chgData name="Фам Хунг" userId="33fb39263e7f0303" providerId="LiveId" clId="{DAD0C7E4-E1E8-447E-B3F8-C5D3B2431004}" dt="2026-03-31T16:02:02.235" v="2499" actId="113"/>
          <ac:spMkLst>
            <pc:docMk/>
            <pc:sldMk cId="1993382431" sldId="274"/>
            <ac:spMk id="2" creationId="{0D41982E-22D1-E15E-A0F7-3491B99D6BFC}"/>
          </ac:spMkLst>
        </pc:spChg>
        <pc:spChg chg="mod">
          <ac:chgData name="Фам Хунг" userId="33fb39263e7f0303" providerId="LiveId" clId="{DAD0C7E4-E1E8-447E-B3F8-C5D3B2431004}" dt="2026-03-31T16:28:38.510" v="2548" actId="5793"/>
          <ac:spMkLst>
            <pc:docMk/>
            <pc:sldMk cId="1993382431" sldId="274"/>
            <ac:spMk id="3" creationId="{D218DE80-91AA-1D4B-4670-C61D10F67C3A}"/>
          </ac:spMkLst>
        </pc:spChg>
        <pc:picChg chg="add mod">
          <ac:chgData name="Фам Хунг" userId="33fb39263e7f0303" providerId="LiveId" clId="{DAD0C7E4-E1E8-447E-B3F8-C5D3B2431004}" dt="2026-03-31T16:02:56.848" v="2506" actId="1076"/>
          <ac:picMkLst>
            <pc:docMk/>
            <pc:sldMk cId="1993382431" sldId="274"/>
            <ac:picMk id="7170" creationId="{5193F058-0B59-7335-6A74-52F8A846E576}"/>
          </ac:picMkLst>
        </pc:picChg>
      </pc:sldChg>
      <pc:sldChg chg="addSp modSp new mod">
        <pc:chgData name="Фам Хунг" userId="33fb39263e7f0303" providerId="LiveId" clId="{DAD0C7E4-E1E8-447E-B3F8-C5D3B2431004}" dt="2026-03-31T16:21:01.668" v="2534" actId="113"/>
        <pc:sldMkLst>
          <pc:docMk/>
          <pc:sldMk cId="22424630" sldId="275"/>
        </pc:sldMkLst>
        <pc:spChg chg="mod">
          <ac:chgData name="Фам Хунг" userId="33fb39263e7f0303" providerId="LiveId" clId="{DAD0C7E4-E1E8-447E-B3F8-C5D3B2431004}" dt="2026-03-31T16:06:49.631" v="2521"/>
          <ac:spMkLst>
            <pc:docMk/>
            <pc:sldMk cId="22424630" sldId="275"/>
            <ac:spMk id="2" creationId="{1D6B3948-748E-560F-8152-5E316AD4E7CE}"/>
          </ac:spMkLst>
        </pc:spChg>
        <pc:spChg chg="mod">
          <ac:chgData name="Фам Хунг" userId="33fb39263e7f0303" providerId="LiveId" clId="{DAD0C7E4-E1E8-447E-B3F8-C5D3B2431004}" dt="2026-03-31T16:21:01.668" v="2534" actId="113"/>
          <ac:spMkLst>
            <pc:docMk/>
            <pc:sldMk cId="22424630" sldId="275"/>
            <ac:spMk id="3" creationId="{362880C7-5207-23B1-FAF1-4BBE3B92482F}"/>
          </ac:spMkLst>
        </pc:spChg>
        <pc:picChg chg="add mod">
          <ac:chgData name="Фам Хунг" userId="33fb39263e7f0303" providerId="LiveId" clId="{DAD0C7E4-E1E8-447E-B3F8-C5D3B2431004}" dt="2026-03-31T16:20:42.963" v="2530" actId="1076"/>
          <ac:picMkLst>
            <pc:docMk/>
            <pc:sldMk cId="22424630" sldId="275"/>
            <ac:picMk id="8194" creationId="{D45E23CA-2BEC-7B5E-931C-54AA9FCD80DE}"/>
          </ac:picMkLst>
        </pc:picChg>
      </pc:sldChg>
      <pc:sldChg chg="addSp delSp modSp add mod">
        <pc:chgData name="Фам Хунг" userId="33fb39263e7f0303" providerId="LiveId" clId="{DAD0C7E4-E1E8-447E-B3F8-C5D3B2431004}" dt="2026-03-31T16:50:45.639" v="2569" actId="1076"/>
        <pc:sldMkLst>
          <pc:docMk/>
          <pc:sldMk cId="1832593372" sldId="276"/>
        </pc:sldMkLst>
        <pc:spChg chg="mod">
          <ac:chgData name="Фам Хунг" userId="33fb39263e7f0303" providerId="LiveId" clId="{DAD0C7E4-E1E8-447E-B3F8-C5D3B2431004}" dt="2026-03-31T16:36:32.117" v="2559" actId="120"/>
          <ac:spMkLst>
            <pc:docMk/>
            <pc:sldMk cId="1832593372" sldId="276"/>
            <ac:spMk id="2" creationId="{4EDA8488-334B-0BD4-9C4C-249CF3462F41}"/>
          </ac:spMkLst>
        </pc:spChg>
        <pc:spChg chg="mod">
          <ac:chgData name="Фам Хунг" userId="33fb39263e7f0303" providerId="LiveId" clId="{DAD0C7E4-E1E8-447E-B3F8-C5D3B2431004}" dt="2026-03-31T16:36:23.471" v="2557" actId="113"/>
          <ac:spMkLst>
            <pc:docMk/>
            <pc:sldMk cId="1832593372" sldId="276"/>
            <ac:spMk id="3" creationId="{771ADF59-A587-B95A-3144-560148F560CE}"/>
          </ac:spMkLst>
        </pc:spChg>
        <pc:picChg chg="add del mod">
          <ac:chgData name="Фам Хунг" userId="33fb39263e7f0303" providerId="LiveId" clId="{DAD0C7E4-E1E8-447E-B3F8-C5D3B2431004}" dt="2026-03-31T16:49:53.971" v="2565" actId="478"/>
          <ac:picMkLst>
            <pc:docMk/>
            <pc:sldMk cId="1832593372" sldId="276"/>
            <ac:picMk id="5" creationId="{F93BA286-E785-6994-3DE8-C727CFEEAE21}"/>
          </ac:picMkLst>
        </pc:picChg>
        <pc:picChg chg="del mod">
          <ac:chgData name="Фам Хунг" userId="33fb39263e7f0303" providerId="LiveId" clId="{DAD0C7E4-E1E8-447E-B3F8-C5D3B2431004}" dt="2026-03-31T16:36:36.803" v="2560" actId="478"/>
          <ac:picMkLst>
            <pc:docMk/>
            <pc:sldMk cId="1832593372" sldId="276"/>
            <ac:picMk id="8194" creationId="{E631CD75-4013-50C8-8804-E29F37885798}"/>
          </ac:picMkLst>
        </pc:picChg>
        <pc:picChg chg="add mod">
          <ac:chgData name="Фам Хунг" userId="33fb39263e7f0303" providerId="LiveId" clId="{DAD0C7E4-E1E8-447E-B3F8-C5D3B2431004}" dt="2026-03-31T16:50:45.639" v="2569" actId="1076"/>
          <ac:picMkLst>
            <pc:docMk/>
            <pc:sldMk cId="1832593372" sldId="276"/>
            <ac:picMk id="9218" creationId="{B8DAFEF1-81CD-9B2E-E6C7-EA7AC75CF251}"/>
          </ac:picMkLst>
        </pc:pic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D50B0D-CEE4-448F-999A-491DDAAD2D6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vi-VN"/>
        </a:p>
      </dgm:t>
    </dgm:pt>
    <dgm:pt modelId="{2CA52C8C-9B0B-4B39-9FA6-E363A222CBA3}" type="pres">
      <dgm:prSet presAssocID="{33D50B0D-CEE4-448F-999A-491DDAAD2D66}" presName="hierChild1" presStyleCnt="0">
        <dgm:presLayoutVars>
          <dgm:orgChart val="1"/>
          <dgm:chPref val="1"/>
          <dgm:dir/>
          <dgm:animOne val="branch"/>
          <dgm:animLvl val="lvl"/>
          <dgm:resizeHandles/>
        </dgm:presLayoutVars>
      </dgm:prSet>
      <dgm:spPr/>
    </dgm:pt>
  </dgm:ptLst>
  <dgm:cxnLst>
    <dgm:cxn modelId="{C98E9E5B-ABD8-4275-801F-A1C0BC6A5284}" type="presOf" srcId="{33D50B0D-CEE4-448F-999A-491DDAAD2D66}" destId="{2CA52C8C-9B0B-4B39-9FA6-E363A222CBA3}" srcOrd="0" destOrd="0" presId="urn:microsoft.com/office/officeart/2005/8/layout/orgChart1"/>
  </dgm:cxnLst>
  <dgm:bg>
    <a:blipFill>
      <a:blip xmlns:r="http://schemas.openxmlformats.org/officeDocument/2006/relationships" r:embed="rId1">
        <a:extLst>
          <a:ext uri="{28A0092B-C50C-407E-A947-70E740481C1C}">
            <a14:useLocalDpi xmlns:a14="http://schemas.microsoft.com/office/drawing/2010/main" val="0"/>
          </a:ext>
        </a:extLst>
      </a:blip>
      <a:stretch>
        <a:fillRect/>
      </a:stretch>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DD0A8F-83A7-48DF-AEE4-62C6F449E877}" type="datetimeFigureOut">
              <a:rPr lang="vi-VN" smtClean="0"/>
              <a:t>01/04/2026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A29E20-E33D-4317-82D5-A215E99B7342}" type="slidenum">
              <a:rPr lang="vi-VN" smtClean="0"/>
              <a:t>‹#›</a:t>
            </a:fld>
            <a:endParaRPr lang="vi-VN"/>
          </a:p>
        </p:txBody>
      </p:sp>
    </p:spTree>
    <p:extLst>
      <p:ext uri="{BB962C8B-B14F-4D97-AF65-F5344CB8AC3E}">
        <p14:creationId xmlns:p14="http://schemas.microsoft.com/office/powerpoint/2010/main" val="284689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DAA29E20-E33D-4317-82D5-A215E99B7342}" type="slidenum">
              <a:rPr lang="vi-VN" smtClean="0"/>
              <a:t>8</a:t>
            </a:fld>
            <a:endParaRPr lang="vi-VN"/>
          </a:p>
        </p:txBody>
      </p:sp>
    </p:spTree>
    <p:extLst>
      <p:ext uri="{BB962C8B-B14F-4D97-AF65-F5344CB8AC3E}">
        <p14:creationId xmlns:p14="http://schemas.microsoft.com/office/powerpoint/2010/main" val="1533668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vi-V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vi-V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4/1/2026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4/1/2026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C6929-A8BC-69C0-4E15-5A2C8327240F}"/>
              </a:ext>
            </a:extLst>
          </p:cNvPr>
          <p:cNvSpPr>
            <a:spLocks noGrp="1"/>
          </p:cNvSpPr>
          <p:nvPr>
            <p:ph type="ctrTitle"/>
          </p:nvPr>
        </p:nvSpPr>
        <p:spPr/>
        <p:txBody>
          <a:bodyPr>
            <a:noAutofit/>
          </a:bodyPr>
          <a:lstStyle/>
          <a:p>
            <a:pPr algn="ctr"/>
            <a:r>
              <a:rPr lang="vi-VN" sz="3600" dirty="0" err="1"/>
              <a:t>Seminar</a:t>
            </a:r>
            <a:r>
              <a:rPr lang="vi-VN" sz="3600" dirty="0"/>
              <a:t>: Radar, tín hiệu radar và tạo mục tiêu giả</a:t>
            </a:r>
          </a:p>
        </p:txBody>
      </p:sp>
      <p:sp>
        <p:nvSpPr>
          <p:cNvPr id="3" name="Subtitle 2">
            <a:extLst>
              <a:ext uri="{FF2B5EF4-FFF2-40B4-BE49-F238E27FC236}">
                <a16:creationId xmlns:a16="http://schemas.microsoft.com/office/drawing/2014/main" id="{7BAF547F-3B7A-7B8A-C31C-B322DC501684}"/>
              </a:ext>
            </a:extLst>
          </p:cNvPr>
          <p:cNvSpPr>
            <a:spLocks noGrp="1"/>
          </p:cNvSpPr>
          <p:nvPr>
            <p:ph type="subTitle"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Phạm Ngọc Hùng</a:t>
            </a:r>
            <a:endParaRPr lang="vi-VN"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87233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817B-D1D8-EF3E-1AD9-042F3498EEFD}"/>
              </a:ext>
            </a:extLst>
          </p:cNvPr>
          <p:cNvSpPr>
            <a:spLocks noGrp="1"/>
          </p:cNvSpPr>
          <p:nvPr>
            <p:ph type="title"/>
          </p:nvPr>
        </p:nvSpPr>
        <p:spPr/>
        <p:txBody>
          <a:bodyPr/>
          <a:lstStyle/>
          <a:p>
            <a:r>
              <a:rPr lang="vi-VN" noProof="0" dirty="0">
                <a:latin typeface="Tahoma (Headings)"/>
                <a:cs typeface="Arial" panose="020B0604020202020204" pitchFamily="34" charset="0"/>
              </a:rPr>
              <a:t>Các Loại Radar</a:t>
            </a:r>
          </a:p>
        </p:txBody>
      </p:sp>
      <p:graphicFrame>
        <p:nvGraphicFramePr>
          <p:cNvPr id="10" name="Content Placeholder 9">
            <a:extLst>
              <a:ext uri="{FF2B5EF4-FFF2-40B4-BE49-F238E27FC236}">
                <a16:creationId xmlns:a16="http://schemas.microsoft.com/office/drawing/2014/main" id="{C3FB0747-DAB3-35C8-B7BE-792D25763B2D}"/>
              </a:ext>
            </a:extLst>
          </p:cNvPr>
          <p:cNvGraphicFramePr>
            <a:graphicFrameLocks noGrp="1"/>
          </p:cNvGraphicFramePr>
          <p:nvPr>
            <p:ph idx="1"/>
            <p:extLst>
              <p:ext uri="{D42A27DB-BD31-4B8C-83A1-F6EECF244321}">
                <p14:modId xmlns:p14="http://schemas.microsoft.com/office/powerpoint/2010/main" val="3298900958"/>
              </p:ext>
            </p:extLst>
          </p:nvPr>
        </p:nvGraphicFramePr>
        <p:xfrm>
          <a:off x="2522609" y="1696513"/>
          <a:ext cx="7146782" cy="45762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603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627F6-B7F2-A2A0-5FA4-A0A264CD7704}"/>
              </a:ext>
            </a:extLst>
          </p:cNvPr>
          <p:cNvSpPr>
            <a:spLocks noGrp="1"/>
          </p:cNvSpPr>
          <p:nvPr>
            <p:ph type="title"/>
          </p:nvPr>
        </p:nvSpPr>
        <p:spPr/>
        <p:txBody>
          <a:bodyPr>
            <a:normAutofit/>
          </a:bodyPr>
          <a:lstStyle/>
          <a:p>
            <a:r>
              <a:rPr lang="vi-VN" noProof="0" dirty="0">
                <a:latin typeface="Tahoma (Headings)"/>
                <a:cs typeface="Arial" panose="020B0604020202020204" pitchFamily="34" charset="0"/>
              </a:rPr>
              <a:t>Theo nguyên lý hoạt động</a:t>
            </a:r>
          </a:p>
        </p:txBody>
      </p:sp>
      <p:sp>
        <p:nvSpPr>
          <p:cNvPr id="4" name="Text Placeholder 3">
            <a:extLst>
              <a:ext uri="{FF2B5EF4-FFF2-40B4-BE49-F238E27FC236}">
                <a16:creationId xmlns:a16="http://schemas.microsoft.com/office/drawing/2014/main" id="{82C13983-B424-2027-0962-C699ACCEC126}"/>
              </a:ext>
            </a:extLst>
          </p:cNvPr>
          <p:cNvSpPr>
            <a:spLocks noGrp="1"/>
          </p:cNvSpPr>
          <p:nvPr>
            <p:ph type="body"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Radar </a:t>
            </a:r>
            <a:r>
              <a:rPr lang="en-US" dirty="0" err="1">
                <a:latin typeface="Tahoma" panose="020B0604030504040204" pitchFamily="34" charset="0"/>
                <a:ea typeface="Tahoma" panose="020B0604030504040204" pitchFamily="34" charset="0"/>
                <a:cs typeface="Tahoma" panose="020B0604030504040204" pitchFamily="34" charset="0"/>
              </a:rPr>
              <a:t>xung</a:t>
            </a:r>
            <a:endParaRPr lang="vi-VN" dirty="0">
              <a:latin typeface="Tahoma" panose="020B0604030504040204" pitchFamily="34" charset="0"/>
              <a:ea typeface="Tahoma" panose="020B0604030504040204" pitchFamily="34" charset="0"/>
              <a:cs typeface="Tahoma" panose="020B0604030504040204" pitchFamily="34" charset="0"/>
            </a:endParaRPr>
          </a:p>
        </p:txBody>
      </p:sp>
      <p:sp>
        <p:nvSpPr>
          <p:cNvPr id="5" name="Content Placeholder 4">
            <a:extLst>
              <a:ext uri="{FF2B5EF4-FFF2-40B4-BE49-F238E27FC236}">
                <a16:creationId xmlns:a16="http://schemas.microsoft.com/office/drawing/2014/main" id="{5CA544F0-A662-C75A-C309-BB5EC60DC7D8}"/>
              </a:ext>
            </a:extLst>
          </p:cNvPr>
          <p:cNvSpPr>
            <a:spLocks noGrp="1"/>
          </p:cNvSpPr>
          <p:nvPr>
            <p:ph sz="half" idx="2"/>
          </p:nvPr>
        </p:nvSpPr>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err="1">
                <a:latin typeface="Tahoma" panose="020B0604030504040204" pitchFamily="34" charset="0"/>
                <a:ea typeface="Tahoma" panose="020B0604030504040204" pitchFamily="34" charset="0"/>
                <a:cs typeface="Tahoma" panose="020B0604030504040204" pitchFamily="34" charset="0"/>
              </a:rPr>
              <a:t>Phát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xung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nhận</a:t>
            </a:r>
            <a:r>
              <a:rPr lang="en-US" dirty="0">
                <a:latin typeface="Tahoma" panose="020B0604030504040204" pitchFamily="34" charset="0"/>
                <a:ea typeface="Tahoma" panose="020B0604030504040204" pitchFamily="34" charset="0"/>
                <a:cs typeface="Tahoma" panose="020B0604030504040204" pitchFamily="34" charset="0"/>
              </a:rPr>
              <a:t> echo</a:t>
            </a:r>
          </a:p>
          <a:p>
            <a:r>
              <a:rPr lang="en-US" dirty="0" err="1">
                <a:latin typeface="Tahoma" panose="020B0604030504040204" pitchFamily="34" charset="0"/>
                <a:ea typeface="Tahoma" panose="020B0604030504040204" pitchFamily="34" charset="0"/>
                <a:cs typeface="Tahoma" panose="020B0604030504040204" pitchFamily="34" charset="0"/>
              </a:rPr>
              <a:t>Đo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khoảng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bằng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thời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gian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trễ</a:t>
            </a:r>
            <a:endParaRPr lang="en-US" dirty="0">
              <a:latin typeface="Tahoma" panose="020B0604030504040204" pitchFamily="34" charset="0"/>
              <a:ea typeface="Tahoma" panose="020B0604030504040204" pitchFamily="34" charset="0"/>
              <a:cs typeface="Tahoma" panose="020B0604030504040204" pitchFamily="34" charset="0"/>
            </a:endParaRPr>
          </a:p>
          <a:p>
            <a:endParaRPr lang="vi-VN" dirty="0">
              <a:latin typeface="Tahoma" panose="020B0604030504040204" pitchFamily="34" charset="0"/>
              <a:ea typeface="Tahoma" panose="020B0604030504040204" pitchFamily="34" charset="0"/>
              <a:cs typeface="Tahoma" panose="020B0604030504040204" pitchFamily="34" charset="0"/>
            </a:endParaRPr>
          </a:p>
        </p:txBody>
      </p:sp>
      <p:sp>
        <p:nvSpPr>
          <p:cNvPr id="6" name="Text Placeholder 5">
            <a:extLst>
              <a:ext uri="{FF2B5EF4-FFF2-40B4-BE49-F238E27FC236}">
                <a16:creationId xmlns:a16="http://schemas.microsoft.com/office/drawing/2014/main" id="{F2271FDC-44BF-8EDE-FB6D-3193309E7027}"/>
              </a:ext>
            </a:extLst>
          </p:cNvPr>
          <p:cNvSpPr>
            <a:spLocks noGrp="1"/>
          </p:cNvSpPr>
          <p:nvPr>
            <p:ph type="body" sz="quarter" idx="3"/>
          </p:nvPr>
        </p:nvSpPr>
        <p:spPr/>
        <p:txBody>
          <a:bodyPr/>
          <a:lstStyle/>
          <a:p>
            <a:r>
              <a:rPr lang="vi-VN" dirty="0">
                <a:latin typeface="Tahoma" panose="020B0604030504040204" pitchFamily="34" charset="0"/>
                <a:ea typeface="Tahoma" panose="020B0604030504040204" pitchFamily="34" charset="0"/>
                <a:cs typeface="Tahoma" panose="020B0604030504040204" pitchFamily="34" charset="0"/>
              </a:rPr>
              <a:t>Radar Doppler</a:t>
            </a:r>
          </a:p>
        </p:txBody>
      </p:sp>
      <p:sp>
        <p:nvSpPr>
          <p:cNvPr id="7" name="Content Placeholder 6">
            <a:extLst>
              <a:ext uri="{FF2B5EF4-FFF2-40B4-BE49-F238E27FC236}">
                <a16:creationId xmlns:a16="http://schemas.microsoft.com/office/drawing/2014/main" id="{8CFE7F06-978C-2D5D-1882-2FE5B4584E86}"/>
              </a:ext>
            </a:extLst>
          </p:cNvPr>
          <p:cNvSpPr>
            <a:spLocks noGrp="1"/>
          </p:cNvSpPr>
          <p:nvPr>
            <p:ph sz="quarter" idx="4"/>
          </p:nvPr>
        </p:nvSpPr>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err="1">
                <a:latin typeface="Tahoma" panose="020B0604030504040204" pitchFamily="34" charset="0"/>
                <a:ea typeface="Tahoma" panose="020B0604030504040204" pitchFamily="34" charset="0"/>
                <a:cs typeface="Tahoma" panose="020B0604030504040204" pitchFamily="34" charset="0"/>
              </a:rPr>
              <a:t>Dựa</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hiệu</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ứng</a:t>
            </a:r>
            <a:r>
              <a:rPr lang="en-US" dirty="0">
                <a:latin typeface="Tahoma" panose="020B0604030504040204" pitchFamily="34" charset="0"/>
                <a:ea typeface="Tahoma" panose="020B0604030504040204" pitchFamily="34" charset="0"/>
                <a:cs typeface="Tahoma" panose="020B0604030504040204" pitchFamily="34" charset="0"/>
              </a:rPr>
              <a:t> Dopler</a:t>
            </a:r>
          </a:p>
          <a:p>
            <a:r>
              <a:rPr lang="en-US" dirty="0" err="1">
                <a:latin typeface="Tahoma" panose="020B0604030504040204" pitchFamily="34" charset="0"/>
                <a:ea typeface="Tahoma" panose="020B0604030504040204" pitchFamily="34" charset="0"/>
                <a:cs typeface="Tahoma" panose="020B0604030504040204" pitchFamily="34" charset="0"/>
              </a:rPr>
              <a:t>Từ</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độ</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lệch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tần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để</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vận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tốc</a:t>
            </a:r>
            <a:r>
              <a:rPr lang="en-US" dirty="0">
                <a:latin typeface="Tahoma" panose="020B0604030504040204" pitchFamily="34" charset="0"/>
                <a:ea typeface="Tahoma" panose="020B0604030504040204" pitchFamily="34" charset="0"/>
                <a:cs typeface="Tahoma" panose="020B0604030504040204" pitchFamily="34" charset="0"/>
              </a:rPr>
              <a:t> </a:t>
            </a:r>
          </a:p>
          <a:p>
            <a:pPr marL="0" indent="0">
              <a:buNone/>
            </a:pPr>
            <a:endParaRPr lang="vi-VN" dirty="0">
              <a:latin typeface="Tahoma" panose="020B0604030504040204" pitchFamily="34" charset="0"/>
              <a:ea typeface="Tahoma" panose="020B0604030504040204" pitchFamily="34" charset="0"/>
              <a:cs typeface="Tahoma" panose="020B0604030504040204" pitchFamily="34" charset="0"/>
            </a:endParaRPr>
          </a:p>
        </p:txBody>
      </p:sp>
      <p:pic>
        <p:nvPicPr>
          <p:cNvPr id="14" name="Content Placeholder 9">
            <a:extLst>
              <a:ext uri="{FF2B5EF4-FFF2-40B4-BE49-F238E27FC236}">
                <a16:creationId xmlns:a16="http://schemas.microsoft.com/office/drawing/2014/main" id="{5E9110B3-908B-183A-04AB-44BCFC52DD2E}"/>
              </a:ext>
            </a:extLst>
          </p:cNvPr>
          <p:cNvPicPr>
            <a:picLocks noChangeAspect="1"/>
          </p:cNvPicPr>
          <p:nvPr/>
        </p:nvPicPr>
        <p:blipFill>
          <a:blip r:embed="rId2"/>
          <a:stretch>
            <a:fillRect/>
          </a:stretch>
        </p:blipFill>
        <p:spPr>
          <a:xfrm>
            <a:off x="1024127" y="3026179"/>
            <a:ext cx="3784939" cy="1983795"/>
          </a:xfrm>
          <a:prstGeom prst="rect">
            <a:avLst/>
          </a:prstGeom>
        </p:spPr>
      </p:pic>
      <p:pic>
        <p:nvPicPr>
          <p:cNvPr id="17" name="Content Placeholder 13">
            <a:extLst>
              <a:ext uri="{FF2B5EF4-FFF2-40B4-BE49-F238E27FC236}">
                <a16:creationId xmlns:a16="http://schemas.microsoft.com/office/drawing/2014/main" id="{EDE8CD8A-6635-0E0B-0217-DF215F177ED9}"/>
              </a:ext>
            </a:extLst>
          </p:cNvPr>
          <p:cNvPicPr>
            <a:picLocks noChangeAspect="1"/>
          </p:cNvPicPr>
          <p:nvPr/>
        </p:nvPicPr>
        <p:blipFill>
          <a:blip r:embed="rId3"/>
          <a:stretch>
            <a:fillRect/>
          </a:stretch>
        </p:blipFill>
        <p:spPr>
          <a:xfrm>
            <a:off x="6096000" y="2775275"/>
            <a:ext cx="3273787" cy="2499426"/>
          </a:xfrm>
          <a:prstGeom prst="rect">
            <a:avLst/>
          </a:prstGeom>
        </p:spPr>
      </p:pic>
    </p:spTree>
    <p:extLst>
      <p:ext uri="{BB962C8B-B14F-4D97-AF65-F5344CB8AC3E}">
        <p14:creationId xmlns:p14="http://schemas.microsoft.com/office/powerpoint/2010/main" val="3315926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99548-40FE-18F4-DD9A-0819BC42E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19DAC-7B96-6DAC-40FA-9DD9CD2AC125}"/>
              </a:ext>
            </a:extLst>
          </p:cNvPr>
          <p:cNvSpPr>
            <a:spLocks noGrp="1"/>
          </p:cNvSpPr>
          <p:nvPr>
            <p:ph type="title"/>
          </p:nvPr>
        </p:nvSpPr>
        <p:spPr/>
        <p:txBody>
          <a:bodyPr>
            <a:normAutofit/>
          </a:bodyPr>
          <a:lstStyle/>
          <a:p>
            <a:r>
              <a:rPr lang="vi-VN" noProof="0" dirty="0">
                <a:latin typeface="Tahoma (Headings)"/>
                <a:cs typeface="Arial" panose="020B0604020202020204" pitchFamily="34" charset="0"/>
              </a:rPr>
              <a:t>Theo nguyên lý hoạt động</a:t>
            </a:r>
            <a:endParaRPr lang="vi-VN" noProof="0"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936AB486-6A76-180A-C04B-873BA4631DC7}"/>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Radar Pulse-Doppler</a:t>
            </a:r>
            <a:endParaRPr lang="vi-VN"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7CC52BCE-6ECC-A30F-D284-7413EA64F8E3}"/>
              </a:ext>
            </a:extLst>
          </p:cNvPr>
          <p:cNvSpPr>
            <a:spLocks noGrp="1"/>
          </p:cNvSpPr>
          <p:nvPr>
            <p:ph sz="half" idx="2"/>
          </p:nvPr>
        </p:nvSpPr>
        <p:spPr/>
        <p:txBody>
          <a:bodyPr/>
          <a:lstStyle/>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Kết hợp </a:t>
            </a:r>
            <a:r>
              <a:rPr lang="vi-VN" noProof="0" dirty="0" err="1">
                <a:latin typeface="Tahoma" panose="020B0604030504040204" pitchFamily="34" charset="0"/>
                <a:ea typeface="Tahoma" panose="020B0604030504040204" pitchFamily="34" charset="0"/>
                <a:cs typeface="Tahoma" panose="020B0604030504040204" pitchFamily="34" charset="0"/>
              </a:rPr>
              <a:t>Pulse+Doppler</a:t>
            </a:r>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Tạo </a:t>
            </a:r>
            <a:r>
              <a:rPr lang="vi-VN" noProof="0" dirty="0" err="1">
                <a:latin typeface="Tahoma" panose="020B0604030504040204" pitchFamily="34" charset="0"/>
                <a:ea typeface="Tahoma" panose="020B0604030504040204" pitchFamily="34" charset="0"/>
                <a:cs typeface="Tahoma" panose="020B0604030504040204" pitchFamily="34" charset="0"/>
              </a:rPr>
              <a:t>Range</a:t>
            </a:r>
            <a:r>
              <a:rPr lang="vi-VN" noProof="0" dirty="0">
                <a:latin typeface="Tahoma" panose="020B0604030504040204" pitchFamily="34" charset="0"/>
                <a:ea typeface="Tahoma" panose="020B0604030504040204" pitchFamily="34" charset="0"/>
                <a:cs typeface="Tahoma" panose="020B0604030504040204" pitchFamily="34" charset="0"/>
              </a:rPr>
              <a:t>-Doppler </a:t>
            </a:r>
            <a:r>
              <a:rPr lang="vi-VN" noProof="0" dirty="0" err="1">
                <a:latin typeface="Tahoma" panose="020B0604030504040204" pitchFamily="34" charset="0"/>
                <a:ea typeface="Tahoma" panose="020B0604030504040204" pitchFamily="34" charset="0"/>
                <a:cs typeface="Tahoma" panose="020B0604030504040204" pitchFamily="34" charset="0"/>
              </a:rPr>
              <a:t>Map</a:t>
            </a:r>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p:txBody>
      </p:sp>
      <p:sp>
        <p:nvSpPr>
          <p:cNvPr id="6" name="Text Placeholder 5">
            <a:extLst>
              <a:ext uri="{FF2B5EF4-FFF2-40B4-BE49-F238E27FC236}">
                <a16:creationId xmlns:a16="http://schemas.microsoft.com/office/drawing/2014/main" id="{FC758A1E-414F-7828-8BEC-421962CF5DC5}"/>
              </a:ext>
            </a:extLst>
          </p:cNvPr>
          <p:cNvSpPr>
            <a:spLocks noGrp="1"/>
          </p:cNvSpPr>
          <p:nvPr>
            <p:ph type="body" sz="quarter" idx="3"/>
          </p:nvPr>
        </p:nvSpPr>
        <p:spPr/>
        <p:txBody>
          <a:bodyPr/>
          <a:lstStyle/>
          <a:p>
            <a:r>
              <a:rPr lang="vi-VN" dirty="0">
                <a:latin typeface="Arial" panose="020B0604020202020204" pitchFamily="34" charset="0"/>
                <a:cs typeface="Arial" panose="020B0604020202020204" pitchFamily="34" charset="0"/>
              </a:rPr>
              <a:t>Radar </a:t>
            </a:r>
            <a:r>
              <a:rPr lang="en-US" dirty="0">
                <a:latin typeface="Arial" panose="020B0604020202020204" pitchFamily="34" charset="0"/>
                <a:cs typeface="Arial" panose="020B0604020202020204" pitchFamily="34" charset="0"/>
              </a:rPr>
              <a:t>FMCW</a:t>
            </a:r>
            <a:endParaRPr lang="vi-VN" dirty="0">
              <a:latin typeface="Arial" panose="020B0604020202020204" pitchFamily="34" charset="0"/>
              <a:cs typeface="Arial" panose="020B0604020202020204" pitchFamily="34" charset="0"/>
            </a:endParaRPr>
          </a:p>
        </p:txBody>
      </p:sp>
      <p:sp>
        <p:nvSpPr>
          <p:cNvPr id="7" name="Content Placeholder 6">
            <a:extLst>
              <a:ext uri="{FF2B5EF4-FFF2-40B4-BE49-F238E27FC236}">
                <a16:creationId xmlns:a16="http://schemas.microsoft.com/office/drawing/2014/main" id="{3C8A3598-5529-3687-5976-C7BB3AB59427}"/>
              </a:ext>
            </a:extLst>
          </p:cNvPr>
          <p:cNvSpPr>
            <a:spLocks noGrp="1"/>
          </p:cNvSpPr>
          <p:nvPr>
            <p:ph sz="quarter" idx="4"/>
          </p:nvPr>
        </p:nvSpPr>
        <p:spPr/>
        <p:txBody>
          <a:bodyPr/>
          <a:lstStyle/>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Phát tín hiệu </a:t>
            </a:r>
            <a:r>
              <a:rPr lang="vi-VN" noProof="0" dirty="0" err="1">
                <a:latin typeface="Tahoma" panose="020B0604030504040204" pitchFamily="34" charset="0"/>
                <a:ea typeface="Tahoma" panose="020B0604030504040204" pitchFamily="34" charset="0"/>
                <a:cs typeface="Tahoma" panose="020B0604030504040204" pitchFamily="34" charset="0"/>
              </a:rPr>
              <a:t>chirp</a:t>
            </a:r>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Tính khoảng cách và vận tốc</a:t>
            </a:r>
          </a:p>
        </p:txBody>
      </p:sp>
      <p:pic>
        <p:nvPicPr>
          <p:cNvPr id="8" name="Picture 7">
            <a:extLst>
              <a:ext uri="{FF2B5EF4-FFF2-40B4-BE49-F238E27FC236}">
                <a16:creationId xmlns:a16="http://schemas.microsoft.com/office/drawing/2014/main" id="{DE47AB00-E947-DF45-F992-1EB22504F7B5}"/>
              </a:ext>
            </a:extLst>
          </p:cNvPr>
          <p:cNvPicPr>
            <a:picLocks noChangeAspect="1"/>
          </p:cNvPicPr>
          <p:nvPr/>
        </p:nvPicPr>
        <p:blipFill>
          <a:blip r:embed="rId2"/>
          <a:stretch>
            <a:fillRect/>
          </a:stretch>
        </p:blipFill>
        <p:spPr>
          <a:xfrm>
            <a:off x="1284461" y="2781412"/>
            <a:ext cx="2322830" cy="2530117"/>
          </a:xfrm>
          <a:prstGeom prst="rect">
            <a:avLst/>
          </a:prstGeom>
        </p:spPr>
      </p:pic>
      <p:sp>
        <p:nvSpPr>
          <p:cNvPr id="9" name="AutoShape 4" descr="(a) Received chirps, and (b) Mixer output , and (c) Beat frequency in frequency domain, or spectrum of each chirp and (d) Storing target's data into memory for second FFT (slow time), and (e) Slow time FFT for Doppler estimation.">
            <a:extLst>
              <a:ext uri="{FF2B5EF4-FFF2-40B4-BE49-F238E27FC236}">
                <a16:creationId xmlns:a16="http://schemas.microsoft.com/office/drawing/2014/main" id="{278AA6AD-FE50-1F6A-9CB6-29A2B9B6E34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3" name="Picture 12">
            <a:extLst>
              <a:ext uri="{FF2B5EF4-FFF2-40B4-BE49-F238E27FC236}">
                <a16:creationId xmlns:a16="http://schemas.microsoft.com/office/drawing/2014/main" id="{3CC325EE-ED2C-BBD0-123B-7930579280F6}"/>
              </a:ext>
            </a:extLst>
          </p:cNvPr>
          <p:cNvPicPr>
            <a:picLocks noChangeAspect="1"/>
          </p:cNvPicPr>
          <p:nvPr/>
        </p:nvPicPr>
        <p:blipFill>
          <a:blip r:embed="rId3"/>
          <a:stretch>
            <a:fillRect/>
          </a:stretch>
        </p:blipFill>
        <p:spPr>
          <a:xfrm>
            <a:off x="6248400" y="2775275"/>
            <a:ext cx="2484110" cy="2598713"/>
          </a:xfrm>
          <a:prstGeom prst="rect">
            <a:avLst/>
          </a:prstGeom>
        </p:spPr>
      </p:pic>
    </p:spTree>
    <p:extLst>
      <p:ext uri="{BB962C8B-B14F-4D97-AF65-F5344CB8AC3E}">
        <p14:creationId xmlns:p14="http://schemas.microsoft.com/office/powerpoint/2010/main" val="1886597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5A922-CF72-52FF-A616-C3718D5C8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0C7B0-D666-AB25-08BE-142B9BDD1E06}"/>
              </a:ext>
            </a:extLst>
          </p:cNvPr>
          <p:cNvSpPr>
            <a:spLocks noGrp="1"/>
          </p:cNvSpPr>
          <p:nvPr>
            <p:ph type="title"/>
          </p:nvPr>
        </p:nvSpPr>
        <p:spPr/>
        <p:txBody>
          <a:bodyPr>
            <a:normAutofit/>
          </a:bodyPr>
          <a:lstStyle/>
          <a:p>
            <a:r>
              <a:rPr lang="vi-VN" noProof="0" dirty="0">
                <a:latin typeface="Tahoma (Headings)"/>
                <a:cs typeface="Arial" panose="020B0604020202020204" pitchFamily="34" charset="0"/>
              </a:rPr>
              <a:t>Theo nguyên lý hoạt động</a:t>
            </a:r>
            <a:endParaRPr lang="vi-VN" noProof="0"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8005050-2598-2265-A89A-7AD044B393E2}"/>
              </a:ext>
            </a:extLst>
          </p:cNvPr>
          <p:cNvSpPr>
            <a:spLocks noGrp="1"/>
          </p:cNvSpPr>
          <p:nvPr>
            <p:ph type="body" idx="1"/>
          </p:nvPr>
        </p:nvSpPr>
        <p:spPr>
          <a:xfrm>
            <a:off x="1024128" y="2179636"/>
            <a:ext cx="5224272" cy="822960"/>
          </a:xfrm>
        </p:spPr>
        <p:txBody>
          <a:bodyPr/>
          <a:lstStyle/>
          <a:p>
            <a:r>
              <a:rPr lang="en-US" dirty="0" err="1">
                <a:latin typeface="Tahoma" panose="020B0604030504040204" pitchFamily="34" charset="0"/>
                <a:ea typeface="Tahoma" panose="020B0604030504040204" pitchFamily="34" charset="0"/>
                <a:cs typeface="Tahoma" panose="020B0604030504040204" pitchFamily="34" charset="0"/>
              </a:rPr>
              <a:t>Monopulse</a:t>
            </a:r>
            <a:r>
              <a:rPr lang="en-US" dirty="0">
                <a:latin typeface="Tahoma" panose="020B0604030504040204" pitchFamily="34" charset="0"/>
                <a:ea typeface="Tahoma" panose="020B0604030504040204" pitchFamily="34" charset="0"/>
                <a:cs typeface="Tahoma" panose="020B0604030504040204" pitchFamily="34" charset="0"/>
              </a:rPr>
              <a:t> Radar</a:t>
            </a:r>
            <a:endParaRPr lang="vi-VN" dirty="0">
              <a:latin typeface="Tahoma" panose="020B0604030504040204" pitchFamily="34" charset="0"/>
              <a:ea typeface="Tahoma" panose="020B0604030504040204" pitchFamily="34" charset="0"/>
              <a:cs typeface="Tahoma" panose="020B0604030504040204" pitchFamily="34" charset="0"/>
            </a:endParaRPr>
          </a:p>
        </p:txBody>
      </p:sp>
      <p:sp>
        <p:nvSpPr>
          <p:cNvPr id="5" name="Content Placeholder 4">
            <a:extLst>
              <a:ext uri="{FF2B5EF4-FFF2-40B4-BE49-F238E27FC236}">
                <a16:creationId xmlns:a16="http://schemas.microsoft.com/office/drawing/2014/main" id="{68E194E2-E6A8-1C7B-2110-B2C3FA5628F4}"/>
              </a:ext>
            </a:extLst>
          </p:cNvPr>
          <p:cNvSpPr>
            <a:spLocks noGrp="1"/>
          </p:cNvSpPr>
          <p:nvPr>
            <p:ph sz="half" idx="2"/>
          </p:nvPr>
        </p:nvSpPr>
        <p:spPr/>
        <p:txBody>
          <a:bodyPr/>
          <a:lstStyle/>
          <a:p>
            <a:endParaRPr lang="vi-VN" noProof="0" dirty="0">
              <a:latin typeface="+mj-lt"/>
              <a:cs typeface="Arial" panose="020B0604020202020204" pitchFamily="34" charset="0"/>
            </a:endParaRPr>
          </a:p>
          <a:p>
            <a:endParaRPr lang="vi-VN" noProof="0" dirty="0">
              <a:latin typeface="+mj-lt"/>
              <a:cs typeface="Arial" panose="020B0604020202020204" pitchFamily="34" charset="0"/>
            </a:endParaRPr>
          </a:p>
          <a:p>
            <a:endParaRPr lang="vi-VN" noProof="0" dirty="0">
              <a:latin typeface="+mj-lt"/>
              <a:cs typeface="Arial" panose="020B0604020202020204" pitchFamily="34" charset="0"/>
            </a:endParaRPr>
          </a:p>
          <a:p>
            <a:endParaRPr lang="vi-VN" noProof="0" dirty="0">
              <a:latin typeface="+mj-lt"/>
              <a:cs typeface="Arial" panose="020B0604020202020204" pitchFamily="34" charset="0"/>
            </a:endParaRPr>
          </a:p>
          <a:p>
            <a:endParaRPr lang="vi-VN" noProof="0" dirty="0">
              <a:latin typeface="+mj-lt"/>
              <a:cs typeface="Arial" panose="020B0604020202020204" pitchFamily="34" charset="0"/>
            </a:endParaRPr>
          </a:p>
          <a:p>
            <a:r>
              <a:rPr lang="vi-VN" noProof="0" dirty="0">
                <a:latin typeface="+mj-lt"/>
                <a:cs typeface="Arial" panose="020B0604020202020204" pitchFamily="34" charset="0"/>
              </a:rPr>
              <a:t>Loại bỏ </a:t>
            </a:r>
            <a:r>
              <a:rPr lang="vi-VN" noProof="0" dirty="0" err="1">
                <a:latin typeface="+mj-lt"/>
                <a:cs typeface="Arial" panose="020B0604020202020204" pitchFamily="34" charset="0"/>
              </a:rPr>
              <a:t>clutter</a:t>
            </a:r>
            <a:r>
              <a:rPr lang="vi-VN" noProof="0" dirty="0">
                <a:latin typeface="+mj-lt"/>
                <a:cs typeface="Arial" panose="020B0604020202020204" pitchFamily="34" charset="0"/>
              </a:rPr>
              <a:t> tĩnh</a:t>
            </a:r>
          </a:p>
          <a:p>
            <a:r>
              <a:rPr lang="vi-VN" noProof="0" dirty="0">
                <a:latin typeface="+mj-lt"/>
                <a:cs typeface="Arial" panose="020B0604020202020204" pitchFamily="34" charset="0"/>
              </a:rPr>
              <a:t>Chỉ giữ mục tiêu di động</a:t>
            </a:r>
          </a:p>
          <a:p>
            <a:endParaRPr lang="vi-VN" noProof="0" dirty="0">
              <a:latin typeface="+mj-lt"/>
              <a:cs typeface="Arial" panose="020B0604020202020204" pitchFamily="34" charset="0"/>
            </a:endParaRPr>
          </a:p>
        </p:txBody>
      </p:sp>
      <p:sp>
        <p:nvSpPr>
          <p:cNvPr id="6" name="Text Placeholder 5">
            <a:extLst>
              <a:ext uri="{FF2B5EF4-FFF2-40B4-BE49-F238E27FC236}">
                <a16:creationId xmlns:a16="http://schemas.microsoft.com/office/drawing/2014/main" id="{C979E78E-280D-2007-E649-54D8476FE708}"/>
              </a:ext>
            </a:extLst>
          </p:cNvPr>
          <p:cNvSpPr>
            <a:spLocks noGrp="1"/>
          </p:cNvSpPr>
          <p:nvPr>
            <p:ph type="body" sz="quarter" idx="3"/>
          </p:nvPr>
        </p:nvSpPr>
        <p:spPr/>
        <p:txBody>
          <a:bodyPr/>
          <a:lstStyle/>
          <a:p>
            <a:r>
              <a:rPr lang="vi-VN" dirty="0">
                <a:latin typeface="Tahoma" panose="020B0604030504040204" pitchFamily="34" charset="0"/>
                <a:ea typeface="Tahoma" panose="020B0604030504040204" pitchFamily="34" charset="0"/>
                <a:cs typeface="Tahoma" panose="020B0604030504040204" pitchFamily="34" charset="0"/>
              </a:rPr>
              <a:t>Radar </a:t>
            </a:r>
            <a:r>
              <a:rPr lang="en-US" dirty="0">
                <a:latin typeface="Tahoma" panose="020B0604030504040204" pitchFamily="34" charset="0"/>
                <a:ea typeface="Tahoma" panose="020B0604030504040204" pitchFamily="34" charset="0"/>
                <a:cs typeface="Tahoma" panose="020B0604030504040204" pitchFamily="34" charset="0"/>
              </a:rPr>
              <a:t>CW (Continuous Wave)</a:t>
            </a:r>
            <a:endParaRPr lang="vi-VN" dirty="0">
              <a:latin typeface="Tahoma" panose="020B0604030504040204" pitchFamily="34" charset="0"/>
              <a:ea typeface="Tahoma" panose="020B0604030504040204" pitchFamily="34" charset="0"/>
              <a:cs typeface="Tahoma" panose="020B0604030504040204" pitchFamily="34" charset="0"/>
            </a:endParaRPr>
          </a:p>
        </p:txBody>
      </p:sp>
      <p:sp>
        <p:nvSpPr>
          <p:cNvPr id="7" name="Content Placeholder 6">
            <a:extLst>
              <a:ext uri="{FF2B5EF4-FFF2-40B4-BE49-F238E27FC236}">
                <a16:creationId xmlns:a16="http://schemas.microsoft.com/office/drawing/2014/main" id="{8B0A9FFC-7B8B-99A6-792E-3A36D8A67B22}"/>
              </a:ext>
            </a:extLst>
          </p:cNvPr>
          <p:cNvSpPr>
            <a:spLocks noGrp="1"/>
          </p:cNvSpPr>
          <p:nvPr>
            <p:ph sz="quarter" idx="4"/>
          </p:nvPr>
        </p:nvSpPr>
        <p:spPr/>
        <p:txBody>
          <a:bodyPr/>
          <a:lstStyle/>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Phát sóng liên tục</a:t>
            </a:r>
          </a:p>
          <a:p>
            <a:r>
              <a:rPr lang="en-US" noProof="0" dirty="0">
                <a:latin typeface="Tahoma" panose="020B0604030504040204" pitchFamily="34" charset="0"/>
                <a:ea typeface="Tahoma" panose="020B0604030504040204" pitchFamily="34" charset="0"/>
                <a:cs typeface="Tahoma" panose="020B0604030504040204" pitchFamily="34" charset="0"/>
              </a:rPr>
              <a:t>Đ</a:t>
            </a:r>
            <a:r>
              <a:rPr lang="vi-VN" noProof="0" dirty="0">
                <a:latin typeface="Tahoma" panose="020B0604030504040204" pitchFamily="34" charset="0"/>
                <a:ea typeface="Tahoma" panose="020B0604030504040204" pitchFamily="34" charset="0"/>
                <a:cs typeface="Tahoma" panose="020B0604030504040204" pitchFamily="34" charset="0"/>
              </a:rPr>
              <a:t>o Doppler</a:t>
            </a:r>
            <a:r>
              <a:rPr lang="en-US" noProof="0" dirty="0">
                <a:latin typeface="Tahoma" panose="020B0604030504040204" pitchFamily="34" charset="0"/>
                <a:ea typeface="Tahoma" panose="020B0604030504040204" pitchFamily="34" charset="0"/>
                <a:cs typeface="Tahoma" panose="020B0604030504040204" pitchFamily="34" charset="0"/>
              </a:rPr>
              <a:t> </a:t>
            </a:r>
            <a:r>
              <a:rPr lang="vi-VN" noProof="0" dirty="0">
                <a:latin typeface="Tahoma" panose="020B0604030504040204" pitchFamily="34" charset="0"/>
                <a:ea typeface="Tahoma" panose="020B0604030504040204" pitchFamily="34" charset="0"/>
                <a:cs typeface="Tahoma" panose="020B0604030504040204" pitchFamily="34" charset="0"/>
              </a:rPr>
              <a:t>để</a:t>
            </a:r>
            <a:r>
              <a:rPr lang="en-US" noProof="0" dirty="0">
                <a:latin typeface="Tahoma" panose="020B0604030504040204" pitchFamily="34" charset="0"/>
                <a:ea typeface="Tahoma" panose="020B0604030504040204" pitchFamily="34" charset="0"/>
                <a:cs typeface="Tahoma" panose="020B0604030504040204" pitchFamily="34" charset="0"/>
              </a:rPr>
              <a:t> </a:t>
            </a:r>
            <a:r>
              <a:rPr lang="vi-VN" noProof="0" dirty="0">
                <a:latin typeface="Tahoma" panose="020B0604030504040204" pitchFamily="34" charset="0"/>
                <a:ea typeface="Tahoma" panose="020B0604030504040204" pitchFamily="34" charset="0"/>
                <a:cs typeface="Tahoma" panose="020B0604030504040204" pitchFamily="34" charset="0"/>
              </a:rPr>
              <a:t>tính vận tốc</a:t>
            </a:r>
          </a:p>
        </p:txBody>
      </p:sp>
      <p:sp>
        <p:nvSpPr>
          <p:cNvPr id="9" name="AutoShape 4" descr="(a) Received chirps, and (b) Mixer output , and (c) Beat frequency in frequency domain, or spectrum of each chirp and (d) Storing target's data into memory for second FFT (slow time), and (e) Slow time FFT for Doppler estimation.">
            <a:extLst>
              <a:ext uri="{FF2B5EF4-FFF2-40B4-BE49-F238E27FC236}">
                <a16:creationId xmlns:a16="http://schemas.microsoft.com/office/drawing/2014/main" id="{405EB165-637B-1759-20E5-AC2857E52D1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26" name="Picture 2" descr="Schematic diagram of MTI filtering. It shows the relationship between... |  Download Scientific Diagram">
            <a:extLst>
              <a:ext uri="{FF2B5EF4-FFF2-40B4-BE49-F238E27FC236}">
                <a16:creationId xmlns:a16="http://schemas.microsoft.com/office/drawing/2014/main" id="{6F47FFD2-62CB-DFAD-1574-B22CB5926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128" y="2967788"/>
            <a:ext cx="3835903" cy="2406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al-Time Speed Measurement of Moving Objects with Continuous Wave Doppler  Radar Using Software-Defined Radio: Implementation and Performance Analysis">
            <a:extLst>
              <a:ext uri="{FF2B5EF4-FFF2-40B4-BE49-F238E27FC236}">
                <a16:creationId xmlns:a16="http://schemas.microsoft.com/office/drawing/2014/main" id="{63F6FEA8-6ADE-D50D-BD81-5483B2AF7E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872984"/>
            <a:ext cx="2785295" cy="234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42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72189-06BE-38E0-DDB8-24E4C57C01C6}"/>
              </a:ext>
            </a:extLst>
          </p:cNvPr>
          <p:cNvSpPr>
            <a:spLocks noGrp="1"/>
          </p:cNvSpPr>
          <p:nvPr>
            <p:ph type="title"/>
          </p:nvPr>
        </p:nvSpPr>
        <p:spPr/>
        <p:txBody>
          <a:bodyPr/>
          <a:lstStyle/>
          <a:p>
            <a:r>
              <a:rPr lang="vi-VN" noProof="0" dirty="0">
                <a:latin typeface="Tahoma (Headings)"/>
                <a:cs typeface="Arial" panose="020B0604020202020204" pitchFamily="34" charset="0"/>
              </a:rPr>
              <a:t>Theo nguyên lý hoạt động</a:t>
            </a:r>
            <a:endParaRPr lang="vi-VN" noProof="0" dirty="0"/>
          </a:p>
        </p:txBody>
      </p:sp>
      <p:sp>
        <p:nvSpPr>
          <p:cNvPr id="3" name="Text Placeholder 2">
            <a:extLst>
              <a:ext uri="{FF2B5EF4-FFF2-40B4-BE49-F238E27FC236}">
                <a16:creationId xmlns:a16="http://schemas.microsoft.com/office/drawing/2014/main" id="{D9F05284-8E5B-EE06-D874-7F28B1500B90}"/>
              </a:ext>
            </a:extLst>
          </p:cNvPr>
          <p:cNvSpPr>
            <a:spLocks noGrp="1"/>
          </p:cNvSpPr>
          <p:nvPr>
            <p:ph type="body" idx="1"/>
          </p:nvPr>
        </p:nvSpPr>
        <p:spPr>
          <a:xfrm>
            <a:off x="1024128" y="2214444"/>
            <a:ext cx="4754880" cy="822960"/>
          </a:xfrm>
        </p:spPr>
        <p:txBody>
          <a:bodyPr/>
          <a:lstStyle/>
          <a:p>
            <a:r>
              <a:rPr lang="en-US" dirty="0" err="1">
                <a:latin typeface="Tahoma" panose="020B0604030504040204" pitchFamily="34" charset="0"/>
                <a:ea typeface="Tahoma" panose="020B0604030504040204" pitchFamily="34" charset="0"/>
                <a:cs typeface="Tahoma" panose="020B0604030504040204" pitchFamily="34" charset="0"/>
              </a:rPr>
              <a:t>Monopulse</a:t>
            </a:r>
            <a:r>
              <a:rPr lang="en-US" dirty="0">
                <a:latin typeface="Tahoma" panose="020B0604030504040204" pitchFamily="34" charset="0"/>
                <a:ea typeface="Tahoma" panose="020B0604030504040204" pitchFamily="34" charset="0"/>
                <a:cs typeface="Tahoma" panose="020B0604030504040204" pitchFamily="34" charset="0"/>
              </a:rPr>
              <a:t> Radar</a:t>
            </a:r>
            <a:endParaRPr lang="vi-VN" dirty="0">
              <a:latin typeface="Tahoma" panose="020B0604030504040204" pitchFamily="34" charset="0"/>
              <a:ea typeface="Tahoma" panose="020B0604030504040204" pitchFamily="34" charset="0"/>
              <a:cs typeface="Tahoma" panose="020B0604030504040204" pitchFamily="34" charset="0"/>
            </a:endParaRPr>
          </a:p>
        </p:txBody>
      </p:sp>
      <p:sp>
        <p:nvSpPr>
          <p:cNvPr id="4" name="Content Placeholder 3">
            <a:extLst>
              <a:ext uri="{FF2B5EF4-FFF2-40B4-BE49-F238E27FC236}">
                <a16:creationId xmlns:a16="http://schemas.microsoft.com/office/drawing/2014/main" id="{4AED52D0-4D6F-AF3C-9805-497A8EBB9B6A}"/>
              </a:ext>
            </a:extLst>
          </p:cNvPr>
          <p:cNvSpPr>
            <a:spLocks noGrp="1"/>
          </p:cNvSpPr>
          <p:nvPr>
            <p:ph sz="half" idx="2"/>
          </p:nvPr>
        </p:nvSpPr>
        <p:spPr/>
        <p:txBody>
          <a:bodyPr/>
          <a:lstStyle/>
          <a:p>
            <a:endParaRPr lang="en-US" dirty="0"/>
          </a:p>
          <a:p>
            <a:endParaRPr lang="en-US" dirty="0"/>
          </a:p>
          <a:p>
            <a:endParaRPr lang="en-US" dirty="0"/>
          </a:p>
          <a:p>
            <a:endParaRPr lang="en-US" dirty="0"/>
          </a:p>
          <a:p>
            <a:endParaRPr lang="en-US" dirty="0"/>
          </a:p>
          <a:p>
            <a:r>
              <a:rPr lang="vi-VN" dirty="0"/>
              <a:t>Đo góc chính xác trong 1 lần</a:t>
            </a:r>
            <a:endParaRPr lang="en-US" dirty="0"/>
          </a:p>
          <a:p>
            <a:r>
              <a:rPr lang="vi-VN" dirty="0"/>
              <a:t>Dựa trên so sánh biên độ/pha</a:t>
            </a:r>
          </a:p>
        </p:txBody>
      </p:sp>
      <p:sp>
        <p:nvSpPr>
          <p:cNvPr id="5" name="Text Placeholder 4">
            <a:extLst>
              <a:ext uri="{FF2B5EF4-FFF2-40B4-BE49-F238E27FC236}">
                <a16:creationId xmlns:a16="http://schemas.microsoft.com/office/drawing/2014/main" id="{34BAEE93-2A46-0C90-36C4-F7FF5FF5D261}"/>
              </a:ext>
            </a:extLst>
          </p:cNvPr>
          <p:cNvSpPr>
            <a:spLocks noGrp="1"/>
          </p:cNvSpPr>
          <p:nvPr>
            <p:ph type="body" sz="quarter" idx="3"/>
          </p:nvPr>
        </p:nvSpPr>
        <p:spPr>
          <a:xfrm>
            <a:off x="5884164" y="2214444"/>
            <a:ext cx="4754880" cy="822960"/>
          </a:xfrm>
        </p:spPr>
        <p:txBody>
          <a:bodyPr/>
          <a:lstStyle/>
          <a:p>
            <a:r>
              <a:rPr lang="vi-VN" dirty="0" err="1"/>
              <a:t>Phased</a:t>
            </a:r>
            <a:r>
              <a:rPr lang="vi-VN" dirty="0"/>
              <a:t> </a:t>
            </a:r>
            <a:r>
              <a:rPr lang="vi-VN" dirty="0" err="1"/>
              <a:t>Array</a:t>
            </a:r>
            <a:r>
              <a:rPr lang="vi-VN" dirty="0"/>
              <a:t> Radar</a:t>
            </a:r>
          </a:p>
        </p:txBody>
      </p:sp>
      <p:pic>
        <p:nvPicPr>
          <p:cNvPr id="8" name="Content Placeholder 7">
            <a:extLst>
              <a:ext uri="{FF2B5EF4-FFF2-40B4-BE49-F238E27FC236}">
                <a16:creationId xmlns:a16="http://schemas.microsoft.com/office/drawing/2014/main" id="{AD6E0118-6F86-B1BB-F2C0-99FEFAC878D9}"/>
              </a:ext>
            </a:extLst>
          </p:cNvPr>
          <p:cNvPicPr>
            <a:picLocks noGrp="1" noChangeAspect="1"/>
          </p:cNvPicPr>
          <p:nvPr>
            <p:ph sz="quarter" idx="4"/>
          </p:nvPr>
        </p:nvPicPr>
        <p:blipFill>
          <a:blip r:embed="rId2"/>
          <a:stretch>
            <a:fillRect/>
          </a:stretch>
        </p:blipFill>
        <p:spPr>
          <a:xfrm>
            <a:off x="1024128" y="2872984"/>
            <a:ext cx="4319053" cy="2161724"/>
          </a:xfrm>
          <a:prstGeom prst="rect">
            <a:avLst/>
          </a:prstGeom>
        </p:spPr>
      </p:pic>
      <p:pic>
        <p:nvPicPr>
          <p:cNvPr id="9" name="Content Placeholder 8">
            <a:extLst>
              <a:ext uri="{FF2B5EF4-FFF2-40B4-BE49-F238E27FC236}">
                <a16:creationId xmlns:a16="http://schemas.microsoft.com/office/drawing/2014/main" id="{E33783D2-C0BC-EDFF-DBBF-074703114B07}"/>
              </a:ext>
            </a:extLst>
          </p:cNvPr>
          <p:cNvPicPr>
            <a:picLocks noChangeAspect="1"/>
          </p:cNvPicPr>
          <p:nvPr/>
        </p:nvPicPr>
        <p:blipFill>
          <a:blip r:embed="rId3"/>
          <a:stretch>
            <a:fillRect/>
          </a:stretch>
        </p:blipFill>
        <p:spPr>
          <a:xfrm>
            <a:off x="5990888" y="2872984"/>
            <a:ext cx="2492100" cy="2406262"/>
          </a:xfrm>
          <a:prstGeom prst="rect">
            <a:avLst/>
          </a:prstGeom>
        </p:spPr>
      </p:pic>
      <p:sp>
        <p:nvSpPr>
          <p:cNvPr id="10" name="Content Placeholder 3">
            <a:extLst>
              <a:ext uri="{FF2B5EF4-FFF2-40B4-BE49-F238E27FC236}">
                <a16:creationId xmlns:a16="http://schemas.microsoft.com/office/drawing/2014/main" id="{26D3B4FA-9B9D-0E6D-B032-9B574E565760}"/>
              </a:ext>
            </a:extLst>
          </p:cNvPr>
          <p:cNvSpPr txBox="1">
            <a:spLocks/>
          </p:cNvSpPr>
          <p:nvPr/>
        </p:nvSpPr>
        <p:spPr>
          <a:xfrm>
            <a:off x="5884164" y="3002596"/>
            <a:ext cx="4754880" cy="3341572"/>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latin typeface="Tahoma (Headings)"/>
            </a:endParaRPr>
          </a:p>
          <a:p>
            <a:endParaRPr lang="en-US" dirty="0">
              <a:latin typeface="Tahoma (Headings)"/>
            </a:endParaRPr>
          </a:p>
          <a:p>
            <a:endParaRPr lang="en-US" dirty="0">
              <a:latin typeface="Tahoma (Headings)"/>
            </a:endParaRPr>
          </a:p>
          <a:p>
            <a:endParaRPr lang="en-US" dirty="0">
              <a:latin typeface="Tahoma (Headings)"/>
            </a:endParaRPr>
          </a:p>
          <a:p>
            <a:endParaRPr lang="en-US" dirty="0">
              <a:latin typeface="Tahoma (Headings)"/>
            </a:endParaRPr>
          </a:p>
          <a:p>
            <a:r>
              <a:rPr lang="vi-VN" noProof="0" dirty="0">
                <a:latin typeface="Tahoma" panose="020B0604030504040204" pitchFamily="34" charset="0"/>
                <a:ea typeface="Tahoma" panose="020B0604030504040204" pitchFamily="34" charset="0"/>
                <a:cs typeface="Tahoma" panose="020B0604030504040204" pitchFamily="34" charset="0"/>
              </a:rPr>
              <a:t>Điều khiển pha để quét điện tử</a:t>
            </a:r>
          </a:p>
          <a:p>
            <a:r>
              <a:rPr lang="vi-VN" noProof="0" dirty="0">
                <a:latin typeface="Tahoma" panose="020B0604030504040204" pitchFamily="34" charset="0"/>
                <a:ea typeface="Tahoma" panose="020B0604030504040204" pitchFamily="34" charset="0"/>
                <a:cs typeface="Tahoma" panose="020B0604030504040204" pitchFamily="34" charset="0"/>
              </a:rPr>
              <a:t>Không cần quay cơ khí</a:t>
            </a:r>
          </a:p>
        </p:txBody>
      </p:sp>
    </p:spTree>
    <p:extLst>
      <p:ext uri="{BB962C8B-B14F-4D97-AF65-F5344CB8AC3E}">
        <p14:creationId xmlns:p14="http://schemas.microsoft.com/office/powerpoint/2010/main" val="3546079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C4199-8DA6-8ECB-35DC-D58D2017E8F5}"/>
              </a:ext>
            </a:extLst>
          </p:cNvPr>
          <p:cNvSpPr>
            <a:spLocks noGrp="1"/>
          </p:cNvSpPr>
          <p:nvPr>
            <p:ph type="title"/>
          </p:nvPr>
        </p:nvSpPr>
        <p:spPr/>
        <p:txBody>
          <a:bodyPr/>
          <a:lstStyle/>
          <a:p>
            <a:r>
              <a:rPr lang="vi-VN" noProof="0" dirty="0">
                <a:latin typeface="Tahoma (Headings)"/>
              </a:rPr>
              <a:t>Theo chức năng</a:t>
            </a:r>
          </a:p>
        </p:txBody>
      </p:sp>
      <p:sp>
        <p:nvSpPr>
          <p:cNvPr id="3" name="Text Placeholder 2">
            <a:extLst>
              <a:ext uri="{FF2B5EF4-FFF2-40B4-BE49-F238E27FC236}">
                <a16:creationId xmlns:a16="http://schemas.microsoft.com/office/drawing/2014/main" id="{3BF5E234-E973-9A31-A919-7BEC076F2F5B}"/>
              </a:ext>
            </a:extLst>
          </p:cNvPr>
          <p:cNvSpPr>
            <a:spLocks noGrp="1"/>
          </p:cNvSpPr>
          <p:nvPr>
            <p:ph type="body" idx="1"/>
          </p:nvPr>
        </p:nvSpPr>
        <p:spPr/>
        <p:txBody>
          <a:bodyPr/>
          <a:lstStyle/>
          <a:p>
            <a:r>
              <a:rPr lang="vi-VN" dirty="0">
                <a:latin typeface="Tahoma (Headings)"/>
              </a:rPr>
              <a:t>Radar bám mục tiêu</a:t>
            </a:r>
            <a:endParaRPr lang="en-US" dirty="0">
              <a:latin typeface="Tahoma (Headings)"/>
            </a:endParaRPr>
          </a:p>
          <a:p>
            <a:r>
              <a:rPr lang="vi-VN" dirty="0">
                <a:latin typeface="Tahoma (Headings)"/>
              </a:rPr>
              <a:t>(</a:t>
            </a:r>
            <a:r>
              <a:rPr lang="vi-VN" dirty="0" err="1">
                <a:latin typeface="Tahoma (Headings)"/>
              </a:rPr>
              <a:t>Tracking</a:t>
            </a:r>
            <a:r>
              <a:rPr lang="vi-VN" dirty="0">
                <a:latin typeface="Tahoma (Headings)"/>
              </a:rPr>
              <a:t> Radar</a:t>
            </a:r>
            <a:r>
              <a:rPr lang="en-US" dirty="0">
                <a:latin typeface="Tahoma (Headings)"/>
              </a:rPr>
              <a:t>)</a:t>
            </a:r>
            <a:endParaRPr lang="vi-VN" dirty="0">
              <a:latin typeface="Tahoma (Headings)"/>
            </a:endParaRPr>
          </a:p>
        </p:txBody>
      </p:sp>
      <p:sp>
        <p:nvSpPr>
          <p:cNvPr id="5" name="Text Placeholder 4">
            <a:extLst>
              <a:ext uri="{FF2B5EF4-FFF2-40B4-BE49-F238E27FC236}">
                <a16:creationId xmlns:a16="http://schemas.microsoft.com/office/drawing/2014/main" id="{AF57480F-B20B-2D19-9016-3C1741C48F1C}"/>
              </a:ext>
            </a:extLst>
          </p:cNvPr>
          <p:cNvSpPr>
            <a:spLocks noGrp="1"/>
          </p:cNvSpPr>
          <p:nvPr>
            <p:ph type="body" sz="quarter" idx="3"/>
          </p:nvPr>
        </p:nvSpPr>
        <p:spPr/>
        <p:txBody>
          <a:bodyPr/>
          <a:lstStyle/>
          <a:p>
            <a:r>
              <a:rPr lang="vi-VN" dirty="0">
                <a:latin typeface="Tahoma (Headings)"/>
              </a:rPr>
              <a:t>Radar điều khiển hỏa lực </a:t>
            </a:r>
            <a:endParaRPr lang="en-US" dirty="0">
              <a:latin typeface="Tahoma (Headings)"/>
            </a:endParaRPr>
          </a:p>
          <a:p>
            <a:r>
              <a:rPr lang="vi-VN" dirty="0">
                <a:latin typeface="Tahoma (Headings)"/>
              </a:rPr>
              <a:t>(</a:t>
            </a:r>
            <a:r>
              <a:rPr lang="vi-VN" dirty="0" err="1">
                <a:latin typeface="Tahoma (Headings)"/>
              </a:rPr>
              <a:t>Fire-Control</a:t>
            </a:r>
            <a:r>
              <a:rPr lang="vi-VN" dirty="0">
                <a:latin typeface="Tahoma (Headings)"/>
              </a:rPr>
              <a:t> Radar)</a:t>
            </a:r>
          </a:p>
        </p:txBody>
      </p:sp>
      <p:sp>
        <p:nvSpPr>
          <p:cNvPr id="7" name="Content Placeholder 6">
            <a:extLst>
              <a:ext uri="{FF2B5EF4-FFF2-40B4-BE49-F238E27FC236}">
                <a16:creationId xmlns:a16="http://schemas.microsoft.com/office/drawing/2014/main" id="{299B4BBE-1BD1-F548-BF4A-84D556B23E66}"/>
              </a:ext>
            </a:extLst>
          </p:cNvPr>
          <p:cNvSpPr>
            <a:spLocks noGrp="1"/>
          </p:cNvSpPr>
          <p:nvPr>
            <p:ph sz="half" idx="2"/>
          </p:nvPr>
        </p:nvSpPr>
        <p:spPr/>
        <p:txBody>
          <a:bodyPr/>
          <a:lstStyle/>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Theo dõi liên tục 1 mục tiêu</a:t>
            </a:r>
          </a:p>
          <a:p>
            <a:r>
              <a:rPr lang="vi-VN" noProof="0" dirty="0">
                <a:latin typeface="Tahoma" panose="020B0604030504040204" pitchFamily="34" charset="0"/>
                <a:ea typeface="Tahoma" panose="020B0604030504040204" pitchFamily="34" charset="0"/>
                <a:cs typeface="Tahoma" panose="020B0604030504040204" pitchFamily="34" charset="0"/>
              </a:rPr>
              <a:t>Cung cấp: </a:t>
            </a:r>
            <a:r>
              <a:rPr lang="vi-VN" noProof="0" dirty="0" err="1">
                <a:latin typeface="Tahoma" panose="020B0604030504040204" pitchFamily="34" charset="0"/>
                <a:ea typeface="Tahoma" panose="020B0604030504040204" pitchFamily="34" charset="0"/>
                <a:cs typeface="Tahoma" panose="020B0604030504040204" pitchFamily="34" charset="0"/>
              </a:rPr>
              <a:t>Range</a:t>
            </a:r>
            <a:r>
              <a:rPr lang="vi-VN" noProof="0" dirty="0">
                <a:latin typeface="Tahoma" panose="020B0604030504040204" pitchFamily="34" charset="0"/>
                <a:ea typeface="Tahoma" panose="020B0604030504040204" pitchFamily="34" charset="0"/>
                <a:cs typeface="Tahoma" panose="020B0604030504040204" pitchFamily="34" charset="0"/>
              </a:rPr>
              <a:t>, </a:t>
            </a:r>
            <a:r>
              <a:rPr lang="vi-VN" noProof="0" dirty="0" err="1">
                <a:latin typeface="Tahoma" panose="020B0604030504040204" pitchFamily="34" charset="0"/>
                <a:ea typeface="Tahoma" panose="020B0604030504040204" pitchFamily="34" charset="0"/>
                <a:cs typeface="Tahoma" panose="020B0604030504040204" pitchFamily="34" charset="0"/>
              </a:rPr>
              <a:t>Velocity</a:t>
            </a:r>
            <a:r>
              <a:rPr lang="vi-VN" noProof="0" dirty="0">
                <a:latin typeface="Tahoma" panose="020B0604030504040204" pitchFamily="34" charset="0"/>
                <a:ea typeface="Tahoma" panose="020B0604030504040204" pitchFamily="34" charset="0"/>
                <a:cs typeface="Tahoma" panose="020B0604030504040204" pitchFamily="34" charset="0"/>
              </a:rPr>
              <a:t>, </a:t>
            </a:r>
            <a:r>
              <a:rPr lang="vi-VN" noProof="0" dirty="0" err="1">
                <a:latin typeface="Tahoma" panose="020B0604030504040204" pitchFamily="34" charset="0"/>
                <a:ea typeface="Tahoma" panose="020B0604030504040204" pitchFamily="34" charset="0"/>
                <a:cs typeface="Tahoma" panose="020B0604030504040204" pitchFamily="34" charset="0"/>
              </a:rPr>
              <a:t>Angle</a:t>
            </a:r>
            <a:endParaRPr lang="vi-VN" noProof="0" dirty="0">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10">
            <a:extLst>
              <a:ext uri="{FF2B5EF4-FFF2-40B4-BE49-F238E27FC236}">
                <a16:creationId xmlns:a16="http://schemas.microsoft.com/office/drawing/2014/main" id="{FA265239-D127-4EEE-E73A-5D84DE8B53F2}"/>
              </a:ext>
            </a:extLst>
          </p:cNvPr>
          <p:cNvSpPr>
            <a:spLocks noGrp="1"/>
          </p:cNvSpPr>
          <p:nvPr>
            <p:ph sz="quarter" idx="4"/>
          </p:nvPr>
        </p:nvSpPr>
        <p:spPr/>
        <p:txBody>
          <a:bodyPr/>
          <a:lstStyle/>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endParaRPr lang="vi-VN" noProof="0" dirty="0">
              <a:latin typeface="Tahoma" panose="020B0604030504040204" pitchFamily="34" charset="0"/>
              <a:ea typeface="Tahoma" panose="020B0604030504040204" pitchFamily="34" charset="0"/>
              <a:cs typeface="Tahoma" panose="020B0604030504040204" pitchFamily="34" charset="0"/>
            </a:endParaRPr>
          </a:p>
          <a:p>
            <a:r>
              <a:rPr lang="vi-VN" noProof="0" dirty="0">
                <a:latin typeface="Tahoma" panose="020B0604030504040204" pitchFamily="34" charset="0"/>
                <a:ea typeface="Tahoma" panose="020B0604030504040204" pitchFamily="34" charset="0"/>
                <a:cs typeface="Tahoma" panose="020B0604030504040204" pitchFamily="34" charset="0"/>
              </a:rPr>
              <a:t>Dẫn bắn tên lửa/pháo</a:t>
            </a:r>
          </a:p>
          <a:p>
            <a:r>
              <a:rPr lang="vi-VN" noProof="0" dirty="0">
                <a:latin typeface="Tahoma" panose="020B0604030504040204" pitchFamily="34" charset="0"/>
                <a:ea typeface="Tahoma" panose="020B0604030504040204" pitchFamily="34" charset="0"/>
                <a:cs typeface="Tahoma" panose="020B0604030504040204" pitchFamily="34" charset="0"/>
              </a:rPr>
              <a:t>Độ chính xác cao</a:t>
            </a:r>
          </a:p>
        </p:txBody>
      </p:sp>
      <p:pic>
        <p:nvPicPr>
          <p:cNvPr id="17" name="Content Placeholder 11">
            <a:extLst>
              <a:ext uri="{FF2B5EF4-FFF2-40B4-BE49-F238E27FC236}">
                <a16:creationId xmlns:a16="http://schemas.microsoft.com/office/drawing/2014/main" id="{FBA9065A-EFEC-D8DF-7084-6F8941C745FE}"/>
              </a:ext>
            </a:extLst>
          </p:cNvPr>
          <p:cNvPicPr>
            <a:picLocks noChangeAspect="1"/>
          </p:cNvPicPr>
          <p:nvPr/>
        </p:nvPicPr>
        <p:blipFill>
          <a:blip r:embed="rId2"/>
          <a:stretch>
            <a:fillRect/>
          </a:stretch>
        </p:blipFill>
        <p:spPr>
          <a:xfrm>
            <a:off x="1233448" y="3002596"/>
            <a:ext cx="2809742" cy="2248625"/>
          </a:xfrm>
          <a:prstGeom prst="rect">
            <a:avLst/>
          </a:prstGeom>
        </p:spPr>
      </p:pic>
      <p:pic>
        <p:nvPicPr>
          <p:cNvPr id="23" name="Content Placeholder 22">
            <a:extLst>
              <a:ext uri="{FF2B5EF4-FFF2-40B4-BE49-F238E27FC236}">
                <a16:creationId xmlns:a16="http://schemas.microsoft.com/office/drawing/2014/main" id="{33DBDC8F-A6C7-4C0D-068C-7F15DACAA431}"/>
              </a:ext>
            </a:extLst>
          </p:cNvPr>
          <p:cNvPicPr>
            <a:picLocks noChangeAspect="1"/>
          </p:cNvPicPr>
          <p:nvPr/>
        </p:nvPicPr>
        <p:blipFill>
          <a:blip r:embed="rId3"/>
          <a:stretch>
            <a:fillRect/>
          </a:stretch>
        </p:blipFill>
        <p:spPr>
          <a:xfrm>
            <a:off x="6096000" y="2947970"/>
            <a:ext cx="3444607" cy="2379910"/>
          </a:xfrm>
          <a:prstGeom prst="rect">
            <a:avLst/>
          </a:prstGeom>
        </p:spPr>
      </p:pic>
    </p:spTree>
    <p:extLst>
      <p:ext uri="{BB962C8B-B14F-4D97-AF65-F5344CB8AC3E}">
        <p14:creationId xmlns:p14="http://schemas.microsoft.com/office/powerpoint/2010/main" val="109595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FFE040E0-3D85-C173-4AAA-384F80675E69}"/>
              </a:ext>
            </a:extLst>
          </p:cNvPr>
          <p:cNvSpPr>
            <a:spLocks noGrp="1"/>
          </p:cNvSpPr>
          <p:nvPr>
            <p:ph type="title"/>
          </p:nvPr>
        </p:nvSpPr>
        <p:spPr>
          <a:xfrm>
            <a:off x="1024127" y="585216"/>
            <a:ext cx="10315931" cy="1499616"/>
          </a:xfrm>
        </p:spPr>
        <p:txBody>
          <a:bodyPr/>
          <a:lstStyle/>
          <a:p>
            <a:r>
              <a:rPr lang="vi-VN" noProof="0" dirty="0">
                <a:latin typeface="Tahoma (Headings)"/>
              </a:rPr>
              <a:t>Các loại tín Hiệu radar (Radar </a:t>
            </a:r>
            <a:r>
              <a:rPr lang="vi-VN" noProof="0" dirty="0" err="1">
                <a:latin typeface="Tahoma (Headings)"/>
              </a:rPr>
              <a:t>Signal</a:t>
            </a:r>
            <a:r>
              <a:rPr lang="vi-VN" noProof="0" dirty="0">
                <a:latin typeface="Tahoma (Headings)"/>
              </a:rPr>
              <a:t>)</a:t>
            </a:r>
          </a:p>
        </p:txBody>
      </p:sp>
      <p:sp>
        <p:nvSpPr>
          <p:cNvPr id="27" name="Content Placeholder 26">
            <a:extLst>
              <a:ext uri="{FF2B5EF4-FFF2-40B4-BE49-F238E27FC236}">
                <a16:creationId xmlns:a16="http://schemas.microsoft.com/office/drawing/2014/main" id="{0DD4C8FF-AABC-A38D-66AE-326974DF6384}"/>
              </a:ext>
            </a:extLst>
          </p:cNvPr>
          <p:cNvSpPr>
            <a:spLocks noGrp="1"/>
          </p:cNvSpPr>
          <p:nvPr>
            <p:ph idx="1"/>
          </p:nvPr>
        </p:nvSpPr>
        <p:spPr/>
        <p:txBody>
          <a:bodyPr/>
          <a:lstStyle/>
          <a:p>
            <a:pPr marL="0" indent="0">
              <a:buNone/>
            </a:pPr>
            <a:r>
              <a:rPr lang="vi-VN" dirty="0">
                <a:latin typeface="Tahoma" panose="020B0604030504040204" pitchFamily="34" charset="0"/>
                <a:ea typeface="Tahoma" panose="020B0604030504040204" pitchFamily="34" charset="0"/>
                <a:cs typeface="Tahoma" panose="020B0604030504040204" pitchFamily="34" charset="0"/>
              </a:rPr>
              <a:t>Tín hiệu xung (</a:t>
            </a:r>
            <a:r>
              <a:rPr lang="vi-VN" dirty="0" err="1">
                <a:latin typeface="Tahoma" panose="020B0604030504040204" pitchFamily="34" charset="0"/>
                <a:ea typeface="Tahoma" panose="020B0604030504040204" pitchFamily="34" charset="0"/>
                <a:cs typeface="Tahoma" panose="020B0604030504040204" pitchFamily="34" charset="0"/>
              </a:rPr>
              <a:t>Pulse</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Signal</a:t>
            </a:r>
            <a:r>
              <a:rPr lang="vi-VN"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dirty="0" err="1">
                <a:latin typeface="Tahoma" panose="020B0604030504040204" pitchFamily="34" charset="0"/>
                <a:ea typeface="Tahoma" panose="020B0604030504040204" pitchFamily="34" charset="0"/>
                <a:cs typeface="Tahoma" panose="020B0604030504040204" pitchFamily="34" charset="0"/>
              </a:rPr>
              <a:t>Tín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hiệu</a:t>
            </a:r>
            <a:r>
              <a:rPr lang="en-US" dirty="0">
                <a:latin typeface="Tahoma" panose="020B0604030504040204" pitchFamily="34" charset="0"/>
                <a:ea typeface="Tahoma" panose="020B0604030504040204" pitchFamily="34" charset="0"/>
                <a:cs typeface="Tahoma" panose="020B0604030504040204" pitchFamily="34" charset="0"/>
              </a:rPr>
              <a:t> CW (Continuous Wave)</a:t>
            </a:r>
          </a:p>
          <a:p>
            <a:pPr marL="0" indent="0">
              <a:buNone/>
            </a:pPr>
            <a:r>
              <a:rPr lang="vi-VN" dirty="0">
                <a:latin typeface="Tahoma" panose="020B0604030504040204" pitchFamily="34" charset="0"/>
                <a:ea typeface="Tahoma" panose="020B0604030504040204" pitchFamily="34" charset="0"/>
                <a:cs typeface="Tahoma" panose="020B0604030504040204" pitchFamily="34" charset="0"/>
              </a:rPr>
              <a:t>Tín hiệu FMCW (</a:t>
            </a:r>
            <a:r>
              <a:rPr lang="vi-VN" dirty="0" err="1">
                <a:latin typeface="Tahoma" panose="020B0604030504040204" pitchFamily="34" charset="0"/>
                <a:ea typeface="Tahoma" panose="020B0604030504040204" pitchFamily="34" charset="0"/>
                <a:cs typeface="Tahoma" panose="020B0604030504040204" pitchFamily="34" charset="0"/>
              </a:rPr>
              <a:t>Chirp</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Signal</a:t>
            </a:r>
            <a:r>
              <a:rPr lang="vi-VN"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dirty="0">
                <a:latin typeface="Tahoma" panose="020B0604030504040204" pitchFamily="34" charset="0"/>
                <a:ea typeface="Tahoma" panose="020B0604030504040204" pitchFamily="34" charset="0"/>
                <a:cs typeface="Tahoma" panose="020B0604030504040204" pitchFamily="34" charset="0"/>
              </a:rPr>
              <a:t>Tín hiệu điều chế pha (</a:t>
            </a:r>
            <a:r>
              <a:rPr lang="vi-VN" dirty="0" err="1">
                <a:latin typeface="Tahoma" panose="020B0604030504040204" pitchFamily="34" charset="0"/>
                <a:ea typeface="Tahoma" panose="020B0604030504040204" pitchFamily="34" charset="0"/>
                <a:cs typeface="Tahoma" panose="020B0604030504040204" pitchFamily="34" charset="0"/>
              </a:rPr>
              <a:t>Phase-Coded</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Signal</a:t>
            </a:r>
            <a:r>
              <a:rPr lang="vi-VN"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dirty="0" err="1">
                <a:latin typeface="Tahoma" panose="020B0604030504040204" pitchFamily="34" charset="0"/>
                <a:ea typeface="Tahoma" panose="020B0604030504040204" pitchFamily="34" charset="0"/>
                <a:cs typeface="Tahoma" panose="020B0604030504040204" pitchFamily="34" charset="0"/>
              </a:rPr>
              <a:t>Tín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hiệu</a:t>
            </a:r>
            <a:r>
              <a:rPr lang="en-US" dirty="0">
                <a:latin typeface="Tahoma" panose="020B0604030504040204" pitchFamily="34" charset="0"/>
                <a:ea typeface="Tahoma" panose="020B0604030504040204" pitchFamily="34" charset="0"/>
                <a:cs typeface="Tahoma" panose="020B0604030504040204" pitchFamily="34" charset="0"/>
              </a:rPr>
              <a:t> LFM (Linear Frequency Modulation)</a:t>
            </a:r>
          </a:p>
          <a:p>
            <a:pPr marL="0" indent="0">
              <a:buNone/>
            </a:pPr>
            <a:r>
              <a:rPr lang="vi-VN" dirty="0">
                <a:latin typeface="Tahoma" panose="020B0604030504040204" pitchFamily="34" charset="0"/>
                <a:ea typeface="Tahoma" panose="020B0604030504040204" pitchFamily="34" charset="0"/>
                <a:cs typeface="Tahoma" panose="020B0604030504040204" pitchFamily="34" charset="0"/>
              </a:rPr>
              <a:t>Tín hiệu điều chế biên độ (AM Radar </a:t>
            </a:r>
            <a:r>
              <a:rPr lang="vi-VN" dirty="0" err="1">
                <a:latin typeface="Tahoma" panose="020B0604030504040204" pitchFamily="34" charset="0"/>
                <a:ea typeface="Tahoma" panose="020B0604030504040204" pitchFamily="34" charset="0"/>
                <a:cs typeface="Tahoma" panose="020B0604030504040204" pitchFamily="34" charset="0"/>
              </a:rPr>
              <a:t>Signal</a:t>
            </a:r>
            <a:r>
              <a:rPr lang="vi-VN"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dirty="0">
                <a:latin typeface="Tahoma" panose="020B0604030504040204" pitchFamily="34" charset="0"/>
                <a:ea typeface="Tahoma" panose="020B0604030504040204" pitchFamily="34" charset="0"/>
                <a:cs typeface="Tahoma" panose="020B0604030504040204" pitchFamily="34" charset="0"/>
              </a:rPr>
              <a:t>Tín hiệu điều chế tần số (FM Radar </a:t>
            </a:r>
            <a:r>
              <a:rPr lang="vi-VN" dirty="0" err="1">
                <a:latin typeface="Tahoma" panose="020B0604030504040204" pitchFamily="34" charset="0"/>
                <a:ea typeface="Tahoma" panose="020B0604030504040204" pitchFamily="34" charset="0"/>
                <a:cs typeface="Tahoma" panose="020B0604030504040204" pitchFamily="34" charset="0"/>
              </a:rPr>
              <a:t>Signal</a:t>
            </a:r>
            <a:r>
              <a:rPr lang="vi-VN"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087986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0EBD-5D8D-DD23-5D63-ED8B81E35C9D}"/>
              </a:ext>
            </a:extLst>
          </p:cNvPr>
          <p:cNvSpPr>
            <a:spLocks noGrp="1"/>
          </p:cNvSpPr>
          <p:nvPr>
            <p:ph type="title"/>
          </p:nvPr>
        </p:nvSpPr>
        <p:spPr>
          <a:xfrm>
            <a:off x="1024127" y="585216"/>
            <a:ext cx="10262211" cy="1499616"/>
          </a:xfrm>
        </p:spPr>
        <p:txBody>
          <a:bodyPr>
            <a:normAutofit/>
          </a:bodyPr>
          <a:lstStyle/>
          <a:p>
            <a:r>
              <a:rPr lang="vi-VN" dirty="0">
                <a:latin typeface="+mn-lt"/>
                <a:ea typeface="Tahoma" panose="020B0604030504040204" pitchFamily="34" charset="0"/>
                <a:cs typeface="Tahoma" panose="020B0604030504040204" pitchFamily="34" charset="0"/>
              </a:rPr>
              <a:t>Tín hiệu xung (</a:t>
            </a:r>
            <a:r>
              <a:rPr lang="vi-VN" dirty="0" err="1">
                <a:latin typeface="+mn-lt"/>
                <a:ea typeface="Tahoma" panose="020B0604030504040204" pitchFamily="34" charset="0"/>
                <a:cs typeface="Tahoma" panose="020B0604030504040204" pitchFamily="34" charset="0"/>
              </a:rPr>
              <a:t>Pulse</a:t>
            </a:r>
            <a:r>
              <a:rPr lang="vi-VN" dirty="0">
                <a:latin typeface="+mn-lt"/>
                <a:ea typeface="Tahoma" panose="020B0604030504040204" pitchFamily="34" charset="0"/>
                <a:cs typeface="Tahoma" panose="020B0604030504040204" pitchFamily="34" charset="0"/>
              </a:rPr>
              <a:t> </a:t>
            </a:r>
            <a:r>
              <a:rPr lang="vi-VN" dirty="0" err="1">
                <a:latin typeface="+mn-lt"/>
                <a:ea typeface="Tahoma" panose="020B0604030504040204" pitchFamily="34" charset="0"/>
                <a:cs typeface="Tahoma" panose="020B0604030504040204" pitchFamily="34" charset="0"/>
              </a:rPr>
              <a:t>Signal</a:t>
            </a:r>
            <a:r>
              <a:rPr lang="vi-VN" dirty="0">
                <a:latin typeface="+mn-lt"/>
                <a:ea typeface="Tahoma" panose="020B0604030504040204" pitchFamily="34" charset="0"/>
                <a:cs typeface="Tahoma" panose="020B0604030504040204" pitchFamily="34" charset="0"/>
              </a:rPr>
              <a:t>)</a:t>
            </a:r>
            <a:endParaRPr lang="vi-VN" dirty="0">
              <a:latin typeface="+mn-lt"/>
            </a:endParaRPr>
          </a:p>
        </p:txBody>
      </p:sp>
      <p:pic>
        <p:nvPicPr>
          <p:cNvPr id="1026" name="Picture 2" descr="Electronic Warfare and Radar Systems Engineering Handbook - Duty Cycle - RF  Cafe">
            <a:extLst>
              <a:ext uri="{FF2B5EF4-FFF2-40B4-BE49-F238E27FC236}">
                <a16:creationId xmlns:a16="http://schemas.microsoft.com/office/drawing/2014/main" id="{EE41D6C1-0FEC-C9EA-BB7F-C69F4A0DE1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85872" y="2353090"/>
            <a:ext cx="4900467" cy="219976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B206420-EBE9-6363-F606-10C06C725E34}"/>
                  </a:ext>
                </a:extLst>
              </p:cNvPr>
              <p:cNvSpPr txBox="1"/>
              <p:nvPr/>
            </p:nvSpPr>
            <p:spPr>
              <a:xfrm>
                <a:off x="905661" y="2353090"/>
                <a:ext cx="5697506" cy="2403863"/>
              </a:xfrm>
              <a:prstGeom prst="rect">
                <a:avLst/>
              </a:prstGeom>
              <a:noFill/>
            </p:spPr>
            <p:txBody>
              <a:bodyPr wrap="square">
                <a:spAutoFit/>
              </a:bodyPr>
              <a:lstStyle/>
              <a:p>
                <a:r>
                  <a:rPr lang="vi-VN" sz="2200" dirty="0"/>
                  <a:t>Tín hiệu dạng xung ngắn: </a:t>
                </a:r>
              </a:p>
              <a:p>
                <a:pPr>
                  <a:buNone/>
                </a:pPr>
                <a14:m>
                  <m:oMathPara xmlns:m="http://schemas.openxmlformats.org/officeDocument/2006/math">
                    <m:oMathParaPr>
                      <m:jc m:val="centerGroup"/>
                    </m:oMathParaPr>
                    <m:oMath xmlns:m="http://schemas.openxmlformats.org/officeDocument/2006/math">
                      <m:r>
                        <a:rPr lang="vi-VN" sz="2200" i="1">
                          <a:latin typeface="Cambria Math" panose="02040503050406030204" pitchFamily="18" charset="0"/>
                        </a:rPr>
                        <m:t>𝑠</m:t>
                      </m:r>
                      <m:d>
                        <m:dPr>
                          <m:ctrlPr>
                            <a:rPr lang="ar-AE" sz="2200" i="1">
                              <a:latin typeface="Cambria Math" panose="02040503050406030204" pitchFamily="18" charset="0"/>
                            </a:rPr>
                          </m:ctrlPr>
                        </m:dPr>
                        <m:e>
                          <m:r>
                            <a:rPr lang="ar-AE" sz="2200" i="1">
                              <a:latin typeface="Cambria Math" panose="02040503050406030204" pitchFamily="18" charset="0"/>
                            </a:rPr>
                            <m:t>𝑡</m:t>
                          </m:r>
                        </m:e>
                      </m:d>
                      <m:r>
                        <a:rPr lang="ar-AE" sz="2200" i="0">
                          <a:latin typeface="Cambria Math" panose="02040503050406030204" pitchFamily="18" charset="0"/>
                        </a:rPr>
                        <m:t>=</m:t>
                      </m:r>
                      <m:r>
                        <a:rPr lang="ar-AE" sz="2200" i="1">
                          <a:latin typeface="Cambria Math" panose="02040503050406030204" pitchFamily="18" charset="0"/>
                        </a:rPr>
                        <m:t>𝐴</m:t>
                      </m:r>
                      <m:r>
                        <a:rPr lang="ar-AE" sz="2200" i="0">
                          <a:latin typeface="Cambria Math" panose="02040503050406030204" pitchFamily="18" charset="0"/>
                        </a:rPr>
                        <m:t>⋅</m:t>
                      </m:r>
                      <m:r>
                        <a:rPr lang="ar-AE" sz="2200" i="1">
                          <a:latin typeface="Cambria Math" panose="02040503050406030204" pitchFamily="18" charset="0"/>
                        </a:rPr>
                        <m:t>𝑟𝑒𝑐𝑡</m:t>
                      </m:r>
                      <m:d>
                        <m:dPr>
                          <m:ctrlPr>
                            <a:rPr lang="ar-AE" sz="2200" i="1">
                              <a:latin typeface="Cambria Math" panose="02040503050406030204" pitchFamily="18" charset="0"/>
                            </a:rPr>
                          </m:ctrlPr>
                        </m:dPr>
                        <m:e>
                          <m:f>
                            <m:fPr>
                              <m:ctrlPr>
                                <a:rPr lang="ar-AE" sz="2200" i="1">
                                  <a:latin typeface="Cambria Math" panose="02040503050406030204" pitchFamily="18" charset="0"/>
                                </a:rPr>
                              </m:ctrlPr>
                            </m:fPr>
                            <m:num>
                              <m:r>
                                <a:rPr lang="ar-AE" sz="2200" i="1">
                                  <a:latin typeface="Cambria Math" panose="02040503050406030204" pitchFamily="18" charset="0"/>
                                </a:rPr>
                                <m:t>𝑡</m:t>
                              </m:r>
                            </m:num>
                            <m:den>
                              <m:r>
                                <a:rPr lang="ar-AE" sz="2200" i="1">
                                  <a:latin typeface="Cambria Math" panose="02040503050406030204" pitchFamily="18" charset="0"/>
                                </a:rPr>
                                <m:t>𝑇</m:t>
                              </m:r>
                            </m:den>
                          </m:f>
                        </m:e>
                      </m:d>
                      <m:r>
                        <m:rPr>
                          <m:sty m:val="p"/>
                        </m:rPr>
                        <a:rPr lang="vi-VN" sz="2200" i="0">
                          <a:latin typeface="Cambria Math" panose="02040503050406030204" pitchFamily="18" charset="0"/>
                        </a:rPr>
                        <m:t>cos</m:t>
                      </m:r>
                      <m:r>
                        <a:rPr lang="vi-VN" sz="2200" i="0">
                          <a:latin typeface="Cambria Math" panose="02040503050406030204" pitchFamily="18" charset="0"/>
                        </a:rPr>
                        <m:t>⁡</m:t>
                      </m:r>
                      <m:d>
                        <m:dPr>
                          <m:ctrlPr>
                            <a:rPr lang="ar-AE" sz="2200" i="1">
                              <a:latin typeface="Cambria Math" panose="02040503050406030204" pitchFamily="18" charset="0"/>
                            </a:rPr>
                          </m:ctrlPr>
                        </m:dPr>
                        <m:e>
                          <m:r>
                            <a:rPr lang="ar-AE" sz="2200" i="0">
                              <a:latin typeface="Cambria Math" panose="02040503050406030204" pitchFamily="18" charset="0"/>
                            </a:rPr>
                            <m:t>2</m:t>
                          </m:r>
                          <m:r>
                            <a:rPr lang="ar-AE" sz="2200" i="1">
                              <a:latin typeface="Cambria Math" panose="02040503050406030204" pitchFamily="18" charset="0"/>
                            </a:rPr>
                            <m:t>𝜋</m:t>
                          </m:r>
                          <m:sSub>
                            <m:sSubPr>
                              <m:ctrlPr>
                                <a:rPr lang="ar-AE" sz="2200" i="1">
                                  <a:latin typeface="Cambria Math" panose="02040503050406030204" pitchFamily="18" charset="0"/>
                                </a:rPr>
                              </m:ctrlPr>
                            </m:sSubPr>
                            <m:e>
                              <m:r>
                                <a:rPr lang="ar-AE" sz="2200" i="1">
                                  <a:latin typeface="Cambria Math" panose="02040503050406030204" pitchFamily="18" charset="0"/>
                                </a:rPr>
                                <m:t>𝑓</m:t>
                              </m:r>
                            </m:e>
                            <m:sub>
                              <m:r>
                                <a:rPr lang="ar-AE" sz="2200" i="1">
                                  <a:latin typeface="Cambria Math" panose="02040503050406030204" pitchFamily="18" charset="0"/>
                                </a:rPr>
                                <m:t>𝑐</m:t>
                              </m:r>
                            </m:sub>
                          </m:sSub>
                          <m:r>
                            <a:rPr lang="ar-AE" sz="2200" i="1">
                              <a:latin typeface="Cambria Math" panose="02040503050406030204" pitchFamily="18" charset="0"/>
                            </a:rPr>
                            <m:t>𝑡</m:t>
                          </m:r>
                        </m:e>
                      </m:d>
                    </m:oMath>
                  </m:oMathPara>
                </a14:m>
                <a:endParaRPr lang="ar-AE" sz="2200" dirty="0"/>
              </a:p>
              <a:p>
                <a:pPr>
                  <a:buNone/>
                </a:pPr>
                <a:r>
                  <a:rPr lang="vi-VN" sz="2200" dirty="0"/>
                  <a:t>Tham số:</a:t>
                </a:r>
              </a:p>
              <a:p>
                <a:pPr marL="285750" indent="-285750">
                  <a:buFont typeface="Arial" panose="020B0604020202020204" pitchFamily="34" charset="0"/>
                  <a:buChar char="•"/>
                </a:pPr>
                <a:r>
                  <a:rPr lang="vi-VN" sz="2200" dirty="0" err="1"/>
                  <a:t>Pulse</a:t>
                </a:r>
                <a:r>
                  <a:rPr lang="vi-VN" sz="2200" dirty="0"/>
                  <a:t> </a:t>
                </a:r>
                <a:r>
                  <a:rPr lang="vi-VN" sz="2200" dirty="0" err="1"/>
                  <a:t>width</a:t>
                </a:r>
                <a:r>
                  <a:rPr lang="vi-VN" sz="2200" dirty="0"/>
                  <a:t> </a:t>
                </a:r>
                <a14:m>
                  <m:oMath xmlns:m="http://schemas.openxmlformats.org/officeDocument/2006/math">
                    <m:r>
                      <a:rPr lang="vi-VN" sz="2200" i="1">
                        <a:latin typeface="Cambria Math" panose="02040503050406030204" pitchFamily="18" charset="0"/>
                      </a:rPr>
                      <m:t>𝑇</m:t>
                    </m:r>
                  </m:oMath>
                </a14:m>
                <a:endParaRPr lang="vi-VN" sz="2200" dirty="0"/>
              </a:p>
              <a:p>
                <a:pPr marL="285750" indent="-285750">
                  <a:buFont typeface="Arial" panose="020B0604020202020204" pitchFamily="34" charset="0"/>
                  <a:buChar char="•"/>
                </a:pPr>
                <a:r>
                  <a:rPr lang="vi-VN" sz="2200" dirty="0"/>
                  <a:t>PRI (</a:t>
                </a:r>
                <a:r>
                  <a:rPr lang="vi-VN" sz="2200" dirty="0" err="1"/>
                  <a:t>Pulse</a:t>
                </a:r>
                <a:r>
                  <a:rPr lang="vi-VN" sz="2200" dirty="0"/>
                  <a:t> </a:t>
                </a:r>
                <a:r>
                  <a:rPr lang="vi-VN" sz="2200" dirty="0" err="1"/>
                  <a:t>Repetition</a:t>
                </a:r>
                <a:r>
                  <a:rPr lang="vi-VN" sz="2200" dirty="0"/>
                  <a:t> </a:t>
                </a:r>
                <a:r>
                  <a:rPr lang="vi-VN" sz="2200" dirty="0" err="1"/>
                  <a:t>Interval</a:t>
                </a:r>
                <a:r>
                  <a:rPr lang="vi-VN" sz="2200" dirty="0"/>
                  <a:t>) </a:t>
                </a:r>
              </a:p>
              <a:p>
                <a:pPr marL="285750" indent="-285750">
                  <a:buFont typeface="Arial" panose="020B0604020202020204" pitchFamily="34" charset="0"/>
                  <a:buChar char="•"/>
                </a:pPr>
                <a:r>
                  <a:rPr lang="vi-VN" sz="2200" dirty="0"/>
                  <a:t>PRF (</a:t>
                </a:r>
                <a:r>
                  <a:rPr lang="vi-VN" sz="2200" dirty="0" err="1"/>
                  <a:t>Pulse</a:t>
                </a:r>
                <a:r>
                  <a:rPr lang="vi-VN" sz="2200" dirty="0"/>
                  <a:t> </a:t>
                </a:r>
                <a:r>
                  <a:rPr lang="vi-VN" sz="2200" dirty="0" err="1"/>
                  <a:t>Repetition</a:t>
                </a:r>
                <a:r>
                  <a:rPr lang="vi-VN" sz="2200" dirty="0"/>
                  <a:t> </a:t>
                </a:r>
                <a:r>
                  <a:rPr lang="vi-VN" sz="2200" dirty="0" err="1"/>
                  <a:t>Frequency</a:t>
                </a:r>
                <a:r>
                  <a:rPr lang="vi-VN" sz="2200" dirty="0"/>
                  <a:t>)</a:t>
                </a:r>
              </a:p>
            </p:txBody>
          </p:sp>
        </mc:Choice>
        <mc:Fallback xmlns="">
          <p:sp>
            <p:nvSpPr>
              <p:cNvPr id="5" name="TextBox 4">
                <a:extLst>
                  <a:ext uri="{FF2B5EF4-FFF2-40B4-BE49-F238E27FC236}">
                    <a16:creationId xmlns:a16="http://schemas.microsoft.com/office/drawing/2014/main" id="{5B206420-EBE9-6363-F606-10C06C725E34}"/>
                  </a:ext>
                </a:extLst>
              </p:cNvPr>
              <p:cNvSpPr txBox="1">
                <a:spLocks noRot="1" noChangeAspect="1" noMove="1" noResize="1" noEditPoints="1" noAdjustHandles="1" noChangeArrowheads="1" noChangeShapeType="1" noTextEdit="1"/>
              </p:cNvSpPr>
              <p:nvPr/>
            </p:nvSpPr>
            <p:spPr>
              <a:xfrm>
                <a:off x="905661" y="2353090"/>
                <a:ext cx="5697506" cy="2403863"/>
              </a:xfrm>
              <a:prstGeom prst="rect">
                <a:avLst/>
              </a:prstGeom>
              <a:blipFill>
                <a:blip r:embed="rId3"/>
                <a:stretch>
                  <a:fillRect l="-1392" t="-1523" b="-4569"/>
                </a:stretch>
              </a:blipFill>
            </p:spPr>
            <p:txBody>
              <a:bodyPr/>
              <a:lstStyle/>
              <a:p>
                <a:r>
                  <a:rPr lang="vi-VN">
                    <a:noFill/>
                  </a:rPr>
                  <a:t> </a:t>
                </a:r>
              </a:p>
            </p:txBody>
          </p:sp>
        </mc:Fallback>
      </mc:AlternateContent>
    </p:spTree>
    <p:extLst>
      <p:ext uri="{BB962C8B-B14F-4D97-AF65-F5344CB8AC3E}">
        <p14:creationId xmlns:p14="http://schemas.microsoft.com/office/powerpoint/2010/main" val="2114411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4A5A4-CEC3-421B-BE50-207E5DF46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12A63-DD6D-395C-C8C8-700D27FECAB4}"/>
              </a:ext>
            </a:extLst>
          </p:cNvPr>
          <p:cNvSpPr>
            <a:spLocks noGrp="1"/>
          </p:cNvSpPr>
          <p:nvPr>
            <p:ph type="title"/>
          </p:nvPr>
        </p:nvSpPr>
        <p:spPr>
          <a:xfrm>
            <a:off x="1046614" y="592711"/>
            <a:ext cx="10548278" cy="1499616"/>
          </a:xfrm>
        </p:spPr>
        <p:txBody>
          <a:bodyPr>
            <a:normAutofit/>
          </a:bodyPr>
          <a:lstStyle/>
          <a:p>
            <a:r>
              <a:rPr lang="vi-VN" noProof="0" dirty="0">
                <a:latin typeface="Tahoma" panose="020B0604030504040204" pitchFamily="34" charset="0"/>
                <a:ea typeface="Tahoma" panose="020B0604030504040204" pitchFamily="34" charset="0"/>
                <a:cs typeface="Tahoma" panose="020B0604030504040204" pitchFamily="34" charset="0"/>
              </a:rPr>
              <a:t>Tín hiệu CW (</a:t>
            </a:r>
            <a:r>
              <a:rPr lang="vi-VN" noProof="0" dirty="0" err="1">
                <a:latin typeface="Tahoma" panose="020B0604030504040204" pitchFamily="34" charset="0"/>
                <a:ea typeface="Tahoma" panose="020B0604030504040204" pitchFamily="34" charset="0"/>
                <a:cs typeface="Tahoma" panose="020B0604030504040204" pitchFamily="34" charset="0"/>
              </a:rPr>
              <a:t>Continuous</a:t>
            </a:r>
            <a:r>
              <a:rPr lang="vi-VN" noProof="0" dirty="0">
                <a:latin typeface="Tahoma" panose="020B0604030504040204" pitchFamily="34" charset="0"/>
                <a:ea typeface="Tahoma" panose="020B0604030504040204" pitchFamily="34" charset="0"/>
                <a:cs typeface="Tahoma" panose="020B0604030504040204" pitchFamily="34" charset="0"/>
              </a:rPr>
              <a:t> </a:t>
            </a:r>
            <a:r>
              <a:rPr lang="vi-VN" noProof="0" dirty="0" err="1">
                <a:latin typeface="Tahoma" panose="020B0604030504040204" pitchFamily="34" charset="0"/>
                <a:ea typeface="Tahoma" panose="020B0604030504040204" pitchFamily="34" charset="0"/>
                <a:cs typeface="Tahoma" panose="020B0604030504040204" pitchFamily="34" charset="0"/>
              </a:rPr>
              <a:t>Wave</a:t>
            </a:r>
            <a:r>
              <a:rPr lang="vi-VN" noProof="0" dirty="0">
                <a:latin typeface="Tahoma" panose="020B0604030504040204" pitchFamily="34" charset="0"/>
                <a:ea typeface="Tahoma" panose="020B0604030504040204" pitchFamily="34" charset="0"/>
                <a:cs typeface="Tahoma" panose="020B0604030504040204" pitchFamily="34" charset="0"/>
              </a:rPr>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E4AC0C-AFE8-0E85-1528-4744E795E81C}"/>
                  </a:ext>
                </a:extLst>
              </p:cNvPr>
              <p:cNvSpPr txBox="1"/>
              <p:nvPr/>
            </p:nvSpPr>
            <p:spPr>
              <a:xfrm>
                <a:off x="905661" y="2251042"/>
                <a:ext cx="5190339" cy="1846659"/>
              </a:xfrm>
              <a:prstGeom prst="rect">
                <a:avLst/>
              </a:prstGeom>
              <a:noFill/>
            </p:spPr>
            <p:txBody>
              <a:bodyPr wrap="square">
                <a:spAutoFit/>
              </a:bodyPr>
              <a:lstStyle/>
              <a:p>
                <a:r>
                  <a:rPr lang="vi-VN" sz="2200" dirty="0">
                    <a:latin typeface="+mj-lt"/>
                  </a:rPr>
                  <a:t>Dạng:</a:t>
                </a:r>
              </a:p>
              <a:p>
                <a:pPr/>
                <a14:m>
                  <m:oMathPara xmlns:m="http://schemas.openxmlformats.org/officeDocument/2006/math">
                    <m:oMathParaPr>
                      <m:jc m:val="centerGroup"/>
                    </m:oMathParaPr>
                    <m:oMath xmlns:m="http://schemas.openxmlformats.org/officeDocument/2006/math">
                      <m:r>
                        <a:rPr lang="vi-VN" sz="2200" b="0" i="1" smtClean="0">
                          <a:latin typeface="Cambria Math" panose="02040503050406030204" pitchFamily="18" charset="0"/>
                        </a:rPr>
                        <m:t>𝑠</m:t>
                      </m:r>
                      <m:d>
                        <m:dPr>
                          <m:ctrlPr>
                            <a:rPr lang="ar-AE" sz="2200" i="1">
                              <a:latin typeface="Cambria Math" panose="02040503050406030204" pitchFamily="18" charset="0"/>
                            </a:rPr>
                          </m:ctrlPr>
                        </m:dPr>
                        <m:e>
                          <m:r>
                            <a:rPr lang="ar-AE" sz="2200" b="0" i="1" smtClean="0">
                              <a:latin typeface="Cambria Math" panose="02040503050406030204" pitchFamily="18" charset="0"/>
                            </a:rPr>
                            <m:t>𝑡</m:t>
                          </m:r>
                        </m:e>
                      </m:d>
                      <m:r>
                        <a:rPr lang="ar-AE" sz="2200" b="0" smtClean="0">
                          <a:latin typeface="Cambria Math" panose="02040503050406030204" pitchFamily="18" charset="0"/>
                        </a:rPr>
                        <m:t>=</m:t>
                      </m:r>
                      <m:r>
                        <a:rPr lang="ar-AE" sz="2200" b="0" i="1" smtClean="0">
                          <a:latin typeface="Cambria Math" panose="02040503050406030204" pitchFamily="18" charset="0"/>
                        </a:rPr>
                        <m:t>𝐴</m:t>
                      </m:r>
                      <m:r>
                        <m:rPr>
                          <m:sty m:val="p"/>
                        </m:rPr>
                        <a:rPr lang="vi-VN" sz="2200" b="0" smtClean="0">
                          <a:latin typeface="Cambria Math" panose="02040503050406030204" pitchFamily="18" charset="0"/>
                        </a:rPr>
                        <m:t>cos</m:t>
                      </m:r>
                      <m:r>
                        <a:rPr lang="vi-VN" sz="2200" b="0" smtClean="0">
                          <a:latin typeface="Cambria Math" panose="02040503050406030204" pitchFamily="18" charset="0"/>
                        </a:rPr>
                        <m:t>⁡</m:t>
                      </m:r>
                      <m:d>
                        <m:dPr>
                          <m:ctrlPr>
                            <a:rPr lang="ar-AE" sz="2200" i="1">
                              <a:latin typeface="Cambria Math" panose="02040503050406030204" pitchFamily="18" charset="0"/>
                            </a:rPr>
                          </m:ctrlPr>
                        </m:dPr>
                        <m:e>
                          <m:r>
                            <a:rPr lang="ar-AE" sz="2200" b="0" smtClean="0">
                              <a:latin typeface="Cambria Math" panose="02040503050406030204" pitchFamily="18" charset="0"/>
                            </a:rPr>
                            <m:t>2</m:t>
                          </m:r>
                          <m:r>
                            <a:rPr lang="ar-AE" sz="2200" b="0" i="1" smtClean="0">
                              <a:latin typeface="Cambria Math" panose="02040503050406030204" pitchFamily="18" charset="0"/>
                            </a:rPr>
                            <m:t>𝜋</m:t>
                          </m:r>
                          <m:sSub>
                            <m:sSubPr>
                              <m:ctrlPr>
                                <a:rPr lang="ar-AE" sz="2200" i="1">
                                  <a:latin typeface="Cambria Math" panose="02040503050406030204" pitchFamily="18" charset="0"/>
                                </a:rPr>
                              </m:ctrlPr>
                            </m:sSubPr>
                            <m:e>
                              <m:r>
                                <a:rPr lang="ar-AE" sz="2200" b="0" i="1" smtClean="0">
                                  <a:latin typeface="Cambria Math" panose="02040503050406030204" pitchFamily="18" charset="0"/>
                                </a:rPr>
                                <m:t>𝑓</m:t>
                              </m:r>
                            </m:e>
                            <m:sub>
                              <m:r>
                                <a:rPr lang="ar-AE" sz="2200" b="0" i="1" smtClean="0">
                                  <a:latin typeface="Cambria Math" panose="02040503050406030204" pitchFamily="18" charset="0"/>
                                </a:rPr>
                                <m:t>𝑐</m:t>
                              </m:r>
                            </m:sub>
                          </m:sSub>
                          <m:r>
                            <a:rPr lang="ar-AE" sz="2200" b="0" i="1" smtClean="0">
                              <a:latin typeface="Cambria Math" panose="02040503050406030204" pitchFamily="18" charset="0"/>
                            </a:rPr>
                            <m:t>𝑡</m:t>
                          </m:r>
                        </m:e>
                      </m:d>
                    </m:oMath>
                  </m:oMathPara>
                </a14:m>
                <a:endParaRPr lang="ar-AE" sz="2200" dirty="0">
                  <a:latin typeface="+mj-lt"/>
                </a:endParaRPr>
              </a:p>
              <a:p>
                <a:r>
                  <a:rPr lang="vi-VN" sz="2200" dirty="0">
                    <a:latin typeface="+mj-lt"/>
                  </a:rPr>
                  <a:t>Đặc điểm:</a:t>
                </a:r>
              </a:p>
              <a:p>
                <a:pPr marL="342900" indent="-342900">
                  <a:buFont typeface="Arial" panose="020B0604020202020204" pitchFamily="34" charset="0"/>
                  <a:buChar char="•"/>
                </a:pPr>
                <a:r>
                  <a:rPr lang="vi-VN" sz="2200" dirty="0">
                    <a:latin typeface="+mj-lt"/>
                  </a:rPr>
                  <a:t>Liên tục theo thời gian </a:t>
                </a:r>
              </a:p>
              <a:p>
                <a:pPr marL="342900" indent="-342900">
                  <a:buFont typeface="Arial" panose="020B0604020202020204" pitchFamily="34" charset="0"/>
                  <a:buChar char="•"/>
                </a:pPr>
                <a:r>
                  <a:rPr lang="vi-VN" sz="2200" dirty="0">
                    <a:latin typeface="+mj-lt"/>
                  </a:rPr>
                  <a:t>Không có thông tin </a:t>
                </a:r>
                <a:r>
                  <a:rPr lang="vi-VN" sz="2200" dirty="0" err="1">
                    <a:latin typeface="+mj-lt"/>
                  </a:rPr>
                  <a:t>range</a:t>
                </a:r>
                <a:endParaRPr lang="vi-VN" sz="2200" dirty="0">
                  <a:latin typeface="+mj-lt"/>
                </a:endParaRPr>
              </a:p>
            </p:txBody>
          </p:sp>
        </mc:Choice>
        <mc:Fallback xmlns="">
          <p:sp>
            <p:nvSpPr>
              <p:cNvPr id="5" name="TextBox 4">
                <a:extLst>
                  <a:ext uri="{FF2B5EF4-FFF2-40B4-BE49-F238E27FC236}">
                    <a16:creationId xmlns:a16="http://schemas.microsoft.com/office/drawing/2014/main" id="{97E4AC0C-AFE8-0E85-1528-4744E795E81C}"/>
                  </a:ext>
                </a:extLst>
              </p:cNvPr>
              <p:cNvSpPr txBox="1">
                <a:spLocks noRot="1" noChangeAspect="1" noMove="1" noResize="1" noEditPoints="1" noAdjustHandles="1" noChangeArrowheads="1" noChangeShapeType="1" noTextEdit="1"/>
              </p:cNvSpPr>
              <p:nvPr/>
            </p:nvSpPr>
            <p:spPr>
              <a:xfrm>
                <a:off x="905661" y="2251042"/>
                <a:ext cx="5190339" cy="1846659"/>
              </a:xfrm>
              <a:prstGeom prst="rect">
                <a:avLst/>
              </a:prstGeom>
              <a:blipFill>
                <a:blip r:embed="rId2"/>
                <a:stretch>
                  <a:fillRect l="-1528" t="-1650" b="-2970"/>
                </a:stretch>
              </a:blipFill>
            </p:spPr>
            <p:txBody>
              <a:bodyPr/>
              <a:lstStyle/>
              <a:p>
                <a:r>
                  <a:rPr lang="vi-VN">
                    <a:noFill/>
                  </a:rPr>
                  <a:t> </a:t>
                </a:r>
              </a:p>
            </p:txBody>
          </p:sp>
        </mc:Fallback>
      </mc:AlternateContent>
      <p:pic>
        <p:nvPicPr>
          <p:cNvPr id="2050" name="Picture 2" descr="A time-domain sinewave: (a) continuous waveform representation and (b)... |  Download Scientific Diagram">
            <a:extLst>
              <a:ext uri="{FF2B5EF4-FFF2-40B4-BE49-F238E27FC236}">
                <a16:creationId xmlns:a16="http://schemas.microsoft.com/office/drawing/2014/main" id="{42EEAD67-15DA-9C07-12DB-9463FEF6E37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417477" y="1837289"/>
            <a:ext cx="4868862" cy="3900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73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28B5-534F-5266-ED5C-C3EA9E9700E5}"/>
              </a:ext>
            </a:extLst>
          </p:cNvPr>
          <p:cNvSpPr>
            <a:spLocks noGrp="1"/>
          </p:cNvSpPr>
          <p:nvPr>
            <p:ph type="title"/>
          </p:nvPr>
        </p:nvSpPr>
        <p:spPr/>
        <p:txBody>
          <a:bodyPr/>
          <a:lstStyle/>
          <a:p>
            <a:r>
              <a:rPr lang="vi-VN" dirty="0"/>
              <a:t>Tín hiệu FMCW (</a:t>
            </a:r>
            <a:r>
              <a:rPr lang="vi-VN" dirty="0" err="1"/>
              <a:t>Chirp</a:t>
            </a:r>
            <a:r>
              <a:rPr lang="vi-VN" dirty="0"/>
              <a:t> </a:t>
            </a:r>
            <a:r>
              <a:rPr lang="vi-VN" dirty="0" err="1"/>
              <a:t>Signal</a:t>
            </a:r>
            <a:r>
              <a:rPr lang="vi-VN" dirty="0"/>
              <a:t>)</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2E0C5E49-3687-ED1B-D901-F68DF19220A2}"/>
                  </a:ext>
                </a:extLst>
              </p:cNvPr>
              <p:cNvSpPr>
                <a:spLocks noGrp="1"/>
              </p:cNvSpPr>
              <p:nvPr>
                <p:ph idx="1"/>
              </p:nvPr>
            </p:nvSpPr>
            <p:spPr>
              <a:xfrm>
                <a:off x="1024128" y="2084832"/>
                <a:ext cx="4601168" cy="4023360"/>
              </a:xfrm>
            </p:spPr>
            <p:txBody>
              <a:bodyPr>
                <a:normAutofit/>
              </a:bodyPr>
              <a:lstStyle/>
              <a:p>
                <a:pPr marL="0" indent="0">
                  <a:buNone/>
                </a:pPr>
                <a:r>
                  <a:rPr lang="vi-VN" dirty="0">
                    <a:latin typeface="+mj-lt"/>
                  </a:rPr>
                  <a:t>Dạng:</a:t>
                </a:r>
              </a:p>
              <a:p>
                <a:pPr marL="0" indent="0">
                  <a:buNone/>
                </a:pPr>
                <a14:m>
                  <m:oMathPara xmlns:m="http://schemas.openxmlformats.org/officeDocument/2006/math">
                    <m:oMathParaPr>
                      <m:jc m:val="center"/>
                    </m:oMathParaPr>
                    <m:oMath xmlns:m="http://schemas.openxmlformats.org/officeDocument/2006/math">
                      <m:r>
                        <a:rPr lang="vi-VN" b="0" i="1" smtClean="0">
                          <a:latin typeface="Cambria Math" panose="02040503050406030204" pitchFamily="18" charset="0"/>
                        </a:rPr>
                        <m:t>𝑠</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r>
                        <a:rPr lang="ar-AE" b="0" i="1" smtClean="0">
                          <a:latin typeface="Cambria Math" panose="02040503050406030204" pitchFamily="18" charset="0"/>
                        </a:rPr>
                        <m:t>𝐴</m:t>
                      </m:r>
                      <m:func>
                        <m:funcPr>
                          <m:ctrlPr>
                            <a:rPr lang="ar-AE" i="1">
                              <a:latin typeface="Cambria Math" panose="02040503050406030204" pitchFamily="18" charset="0"/>
                            </a:rPr>
                          </m:ctrlPr>
                        </m:funcPr>
                        <m:fName>
                          <m:r>
                            <m:rPr>
                              <m:sty m:val="p"/>
                            </m:rPr>
                            <a:rPr lang="vi-VN" b="0" smtClean="0">
                              <a:latin typeface="Cambria Math" panose="02040503050406030204" pitchFamily="18" charset="0"/>
                            </a:rPr>
                            <m:t>cos</m:t>
                          </m:r>
                        </m:fName>
                        <m:e>
                          <m:d>
                            <m:dPr>
                              <m:ctrlPr>
                                <a:rPr lang="ar-AE" i="1">
                                  <a:latin typeface="Cambria Math" panose="02040503050406030204" pitchFamily="18" charset="0"/>
                                </a:rPr>
                              </m:ctrlPr>
                            </m:dPr>
                            <m:e>
                              <m:r>
                                <a:rPr lang="ar-AE" b="0" smtClean="0">
                                  <a:latin typeface="Cambria Math" panose="02040503050406030204" pitchFamily="18" charset="0"/>
                                </a:rPr>
                                <m:t>2</m:t>
                              </m:r>
                              <m:r>
                                <a:rPr lang="ar-AE" b="0" i="1" smtClean="0">
                                  <a:latin typeface="Cambria Math" panose="02040503050406030204" pitchFamily="18" charset="0"/>
                                </a:rPr>
                                <m:t>𝜋</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b="0" i="1" smtClean="0">
                                          <a:latin typeface="Cambria Math" panose="02040503050406030204" pitchFamily="18" charset="0"/>
                                        </a:rPr>
                                        <m:t>𝑓</m:t>
                                      </m:r>
                                    </m:e>
                                    <m:sub>
                                      <m:r>
                                        <a:rPr lang="ar-AE" b="0" smtClean="0">
                                          <a:latin typeface="Cambria Math" panose="02040503050406030204" pitchFamily="18" charset="0"/>
                                        </a:rPr>
                                        <m:t>0</m:t>
                                      </m:r>
                                    </m:sub>
                                  </m:sSub>
                                  <m:r>
                                    <a:rPr lang="ar-AE" b="0" i="1" smtClean="0">
                                      <a:latin typeface="Cambria Math" panose="02040503050406030204" pitchFamily="18" charset="0"/>
                                    </a:rPr>
                                    <m:t>𝑡</m:t>
                                  </m:r>
                                  <m:r>
                                    <a:rPr lang="ar-AE" b="0" smtClean="0">
                                      <a:latin typeface="Cambria Math" panose="02040503050406030204" pitchFamily="18" charset="0"/>
                                    </a:rPr>
                                    <m:t>+</m:t>
                                  </m:r>
                                  <m:f>
                                    <m:fPr>
                                      <m:ctrlPr>
                                        <a:rPr lang="ar-AE" i="1">
                                          <a:latin typeface="Cambria Math" panose="02040503050406030204" pitchFamily="18" charset="0"/>
                                        </a:rPr>
                                      </m:ctrlPr>
                                    </m:fPr>
                                    <m:num>
                                      <m:r>
                                        <a:rPr lang="ar-AE" b="0" i="1" smtClean="0">
                                          <a:latin typeface="Cambria Math" panose="02040503050406030204" pitchFamily="18" charset="0"/>
                                        </a:rPr>
                                        <m:t>𝐵</m:t>
                                      </m:r>
                                    </m:num>
                                    <m:den>
                                      <m:r>
                                        <a:rPr lang="ar-AE" b="0" smtClean="0">
                                          <a:latin typeface="Cambria Math" panose="02040503050406030204" pitchFamily="18" charset="0"/>
                                        </a:rPr>
                                        <m:t>2</m:t>
                                      </m:r>
                                      <m:r>
                                        <a:rPr lang="ar-AE" b="0" i="1" smtClean="0">
                                          <a:latin typeface="Cambria Math" panose="02040503050406030204" pitchFamily="18" charset="0"/>
                                        </a:rPr>
                                        <m:t>𝑇</m:t>
                                      </m:r>
                                    </m:den>
                                  </m:f>
                                  <m:sSup>
                                    <m:sSupPr>
                                      <m:ctrlPr>
                                        <a:rPr lang="ar-AE" i="1">
                                          <a:latin typeface="Cambria Math" panose="02040503050406030204" pitchFamily="18" charset="0"/>
                                        </a:rPr>
                                      </m:ctrlPr>
                                    </m:sSupPr>
                                    <m:e>
                                      <m:r>
                                        <a:rPr lang="ar-AE" b="0" i="1" smtClean="0">
                                          <a:latin typeface="Cambria Math" panose="02040503050406030204" pitchFamily="18" charset="0"/>
                                        </a:rPr>
                                        <m:t>𝑡</m:t>
                                      </m:r>
                                    </m:e>
                                    <m:sup>
                                      <m:r>
                                        <a:rPr lang="ar-AE" b="0" smtClean="0">
                                          <a:latin typeface="Cambria Math" panose="02040503050406030204" pitchFamily="18" charset="0"/>
                                        </a:rPr>
                                        <m:t>2</m:t>
                                      </m:r>
                                    </m:sup>
                                  </m:sSup>
                                </m:e>
                              </m:d>
                            </m:e>
                          </m:d>
                        </m:e>
                      </m:func>
                    </m:oMath>
                  </m:oMathPara>
                </a14:m>
                <a:endParaRPr lang="ar-AE" dirty="0">
                  <a:latin typeface="+mj-lt"/>
                </a:endParaRPr>
              </a:p>
              <a:p>
                <a:pPr marL="0" indent="0">
                  <a:buNone/>
                </a:pPr>
                <a:r>
                  <a:rPr lang="vi-VN" dirty="0">
                    <a:latin typeface="+mj-lt"/>
                  </a:rPr>
                  <a:t>Đặc điểm:</a:t>
                </a:r>
              </a:p>
              <a:p>
                <a:pPr marL="0" indent="0">
                  <a:buNone/>
                </a:pPr>
                <a:r>
                  <a:rPr lang="vi-VN" dirty="0">
                    <a:latin typeface="+mj-lt"/>
                  </a:rPr>
                  <a:t>Tần số thay đổi tuyến tính </a:t>
                </a:r>
              </a:p>
              <a:p>
                <a:pPr marL="0" indent="0">
                  <a:buNone/>
                </a:pPr>
                <a:r>
                  <a:rPr lang="vi-VN" dirty="0">
                    <a:latin typeface="+mj-lt"/>
                  </a:rPr>
                  <a:t>Tạo </a:t>
                </a:r>
                <a:r>
                  <a:rPr lang="vi-VN" dirty="0" err="1">
                    <a:latin typeface="+mj-lt"/>
                  </a:rPr>
                  <a:t>beat</a:t>
                </a:r>
                <a:r>
                  <a:rPr lang="vi-VN" dirty="0">
                    <a:latin typeface="+mj-lt"/>
                  </a:rPr>
                  <a:t> </a:t>
                </a:r>
                <a:r>
                  <a:rPr lang="vi-VN" dirty="0" err="1">
                    <a:latin typeface="+mj-lt"/>
                  </a:rPr>
                  <a:t>frequency</a:t>
                </a:r>
                <a:endParaRPr lang="vi-VN" dirty="0">
                  <a:latin typeface="+mj-lt"/>
                </a:endParaRPr>
              </a:p>
              <a:p>
                <a:endParaRPr lang="vi-VN" dirty="0"/>
              </a:p>
            </p:txBody>
          </p:sp>
        </mc:Choice>
        <mc:Fallback xmlns="">
          <p:sp>
            <p:nvSpPr>
              <p:cNvPr id="7" name="Content Placeholder 6">
                <a:extLst>
                  <a:ext uri="{FF2B5EF4-FFF2-40B4-BE49-F238E27FC236}">
                    <a16:creationId xmlns:a16="http://schemas.microsoft.com/office/drawing/2014/main" id="{2E0C5E49-3687-ED1B-D901-F68DF19220A2}"/>
                  </a:ext>
                </a:extLst>
              </p:cNvPr>
              <p:cNvSpPr>
                <a:spLocks noGrp="1" noRot="1" noChangeAspect="1" noMove="1" noResize="1" noEditPoints="1" noAdjustHandles="1" noChangeArrowheads="1" noChangeShapeType="1" noTextEdit="1"/>
              </p:cNvSpPr>
              <p:nvPr>
                <p:ph idx="1"/>
              </p:nvPr>
            </p:nvSpPr>
            <p:spPr>
              <a:xfrm>
                <a:off x="1024128" y="2084832"/>
                <a:ext cx="4601168" cy="4023360"/>
              </a:xfrm>
              <a:blipFill>
                <a:blip r:embed="rId2"/>
                <a:stretch>
                  <a:fillRect l="-2649" t="-1818"/>
                </a:stretch>
              </a:blipFill>
            </p:spPr>
            <p:txBody>
              <a:bodyPr/>
              <a:lstStyle/>
              <a:p>
                <a:r>
                  <a:rPr lang="vi-VN">
                    <a:noFill/>
                  </a:rPr>
                  <a:t> </a:t>
                </a:r>
              </a:p>
            </p:txBody>
          </p:sp>
        </mc:Fallback>
      </mc:AlternateContent>
      <p:pic>
        <p:nvPicPr>
          <p:cNvPr id="8" name="Content Placeholder 4">
            <a:extLst>
              <a:ext uri="{FF2B5EF4-FFF2-40B4-BE49-F238E27FC236}">
                <a16:creationId xmlns:a16="http://schemas.microsoft.com/office/drawing/2014/main" id="{71B9711E-2918-6F80-520B-6481E11B73B4}"/>
              </a:ext>
            </a:extLst>
          </p:cNvPr>
          <p:cNvPicPr>
            <a:picLocks noChangeAspect="1"/>
          </p:cNvPicPr>
          <p:nvPr/>
        </p:nvPicPr>
        <p:blipFill>
          <a:blip r:embed="rId3"/>
          <a:stretch>
            <a:fillRect/>
          </a:stretch>
        </p:blipFill>
        <p:spPr>
          <a:xfrm>
            <a:off x="6096000" y="2084832"/>
            <a:ext cx="5763817" cy="3335039"/>
          </a:xfrm>
          <a:prstGeom prst="rect">
            <a:avLst/>
          </a:prstGeom>
        </p:spPr>
      </p:pic>
    </p:spTree>
    <p:extLst>
      <p:ext uri="{BB962C8B-B14F-4D97-AF65-F5344CB8AC3E}">
        <p14:creationId xmlns:p14="http://schemas.microsoft.com/office/powerpoint/2010/main" val="3193451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BB3F-4080-0017-06DA-E5E977121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14577-AE5C-1349-D0A2-C095076C1F6A}"/>
              </a:ext>
            </a:extLst>
          </p:cNvPr>
          <p:cNvSpPr>
            <a:spLocks noGrp="1"/>
          </p:cNvSpPr>
          <p:nvPr>
            <p:ph type="title"/>
          </p:nvPr>
        </p:nvSpPr>
        <p:spPr/>
        <p:txBody>
          <a:bodyPr/>
          <a:lstStyle/>
          <a:p>
            <a:r>
              <a:rPr lang="vi-VN" dirty="0"/>
              <a:t>Tín hiệu điều chế pha (</a:t>
            </a:r>
            <a:r>
              <a:rPr lang="vi-VN" dirty="0" err="1"/>
              <a:t>Phase-Coded</a:t>
            </a:r>
            <a:r>
              <a:rPr lang="vi-VN" dirty="0"/>
              <a:t> </a:t>
            </a:r>
            <a:r>
              <a:rPr lang="vi-VN" dirty="0" err="1"/>
              <a:t>Signal</a:t>
            </a:r>
            <a:r>
              <a:rPr lang="vi-VN" dirty="0"/>
              <a:t>)</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05CBB2AB-E561-F6E4-D36D-D87311943DF5}"/>
                  </a:ext>
                </a:extLst>
              </p:cNvPr>
              <p:cNvSpPr>
                <a:spLocks noGrp="1"/>
              </p:cNvSpPr>
              <p:nvPr>
                <p:ph idx="1"/>
              </p:nvPr>
            </p:nvSpPr>
            <p:spPr>
              <a:xfrm>
                <a:off x="1024128" y="2339475"/>
                <a:ext cx="4601168" cy="4023360"/>
              </a:xfrm>
            </p:spPr>
            <p:txBody>
              <a:bodyPr>
                <a:normAutofit/>
              </a:bodyPr>
              <a:lstStyle/>
              <a:p>
                <a:r>
                  <a:rPr lang="vi-VN" dirty="0">
                    <a:latin typeface="+mj-lt"/>
                  </a:rPr>
                  <a:t>Dạng:</a:t>
                </a:r>
              </a:p>
              <a:p>
                <a:r>
                  <a:rPr lang="vi-VN" dirty="0">
                    <a:latin typeface="+mj-lt"/>
                  </a:rPr>
                  <a:t>Chuỗi </a:t>
                </a:r>
                <a:r>
                  <a:rPr lang="vi-VN" dirty="0" err="1">
                    <a:latin typeface="+mj-lt"/>
                  </a:rPr>
                  <a:t>bit</a:t>
                </a:r>
                <a:r>
                  <a:rPr lang="vi-VN" dirty="0">
                    <a:latin typeface="+mj-lt"/>
                  </a:rPr>
                  <a:t> ±1 (</a:t>
                </a:r>
                <a:r>
                  <a:rPr lang="vi-VN" dirty="0" err="1">
                    <a:latin typeface="+mj-lt"/>
                  </a:rPr>
                  <a:t>Barker</a:t>
                </a:r>
                <a:r>
                  <a:rPr lang="vi-VN" dirty="0">
                    <a:latin typeface="+mj-lt"/>
                  </a:rPr>
                  <a:t> </a:t>
                </a:r>
                <a:r>
                  <a:rPr lang="vi-VN" dirty="0" err="1">
                    <a:latin typeface="+mj-lt"/>
                  </a:rPr>
                  <a:t>code</a:t>
                </a:r>
                <a:r>
                  <a:rPr lang="vi-VN" dirty="0">
                    <a:latin typeface="+mj-lt"/>
                  </a:rPr>
                  <a:t>, PN </a:t>
                </a:r>
                <a:r>
                  <a:rPr lang="vi-VN" dirty="0" err="1">
                    <a:latin typeface="+mj-lt"/>
                  </a:rPr>
                  <a:t>code</a:t>
                </a:r>
                <a:r>
                  <a:rPr lang="vi-VN" dirty="0">
                    <a:latin typeface="+mj-lt"/>
                  </a:rPr>
                  <a:t>) </a:t>
                </a:r>
              </a:p>
              <a:p>
                <a:pPr marL="0" indent="0">
                  <a:buNone/>
                </a:pPr>
                <a14:m>
                  <m:oMathPara xmlns:m="http://schemas.openxmlformats.org/officeDocument/2006/math">
                    <m:oMathParaPr>
                      <m:jc m:val="center"/>
                    </m:oMathParaPr>
                    <m:oMath xmlns:m="http://schemas.openxmlformats.org/officeDocument/2006/math">
                      <m:r>
                        <a:rPr lang="vi-VN" b="0" i="1" smtClean="0">
                          <a:latin typeface="Cambria Math" panose="02040503050406030204" pitchFamily="18" charset="0"/>
                        </a:rPr>
                        <m:t>𝑠</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r>
                        <a:rPr lang="ar-AE" b="0" i="1" smtClean="0">
                          <a:latin typeface="Cambria Math" panose="02040503050406030204" pitchFamily="18" charset="0"/>
                        </a:rPr>
                        <m:t>𝐴</m:t>
                      </m:r>
                      <m:r>
                        <a:rPr lang="ar-AE" b="0" smtClean="0">
                          <a:latin typeface="Cambria Math" panose="02040503050406030204" pitchFamily="18" charset="0"/>
                        </a:rPr>
                        <m:t>⋅</m:t>
                      </m:r>
                      <m:nary>
                        <m:naryPr>
                          <m:chr m:val="∑"/>
                          <m:grow m:val="on"/>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b="0" i="1" smtClean="0">
                                  <a:latin typeface="Cambria Math" panose="02040503050406030204" pitchFamily="18" charset="0"/>
                                </a:rPr>
                                <m:t>𝑎</m:t>
                              </m:r>
                            </m:e>
                            <m:sub>
                              <m:r>
                                <a:rPr lang="ar-AE" b="0" i="1" smtClean="0">
                                  <a:latin typeface="Cambria Math" panose="02040503050406030204" pitchFamily="18" charset="0"/>
                                </a:rPr>
                                <m:t>𝑛</m:t>
                              </m:r>
                            </m:sub>
                          </m:sSub>
                        </m:e>
                      </m:nary>
                      <m:r>
                        <a:rPr lang="ar-AE" b="0" i="1" smtClean="0">
                          <a:latin typeface="Cambria Math" panose="02040503050406030204" pitchFamily="18" charset="0"/>
                        </a:rPr>
                        <m:t>𝑟𝑒𝑐𝑡</m:t>
                      </m:r>
                      <m:d>
                        <m:dPr>
                          <m:ctrlPr>
                            <a:rPr lang="ar-AE" i="1">
                              <a:latin typeface="Cambria Math" panose="02040503050406030204" pitchFamily="18" charset="0"/>
                            </a:rPr>
                          </m:ctrlPr>
                        </m:dPr>
                        <m:e>
                          <m:r>
                            <a:rPr lang="ar-AE" b="0" i="1" smtClean="0">
                              <a:latin typeface="Cambria Math" panose="02040503050406030204" pitchFamily="18" charset="0"/>
                            </a:rPr>
                            <m:t>𝑡</m:t>
                          </m:r>
                          <m:r>
                            <a:rPr lang="ar-AE" b="0" smtClean="0">
                              <a:latin typeface="Cambria Math" panose="02040503050406030204" pitchFamily="18" charset="0"/>
                            </a:rPr>
                            <m:t>−</m:t>
                          </m:r>
                          <m:r>
                            <a:rPr lang="ar-AE" b="0" i="1" smtClean="0">
                              <a:latin typeface="Cambria Math" panose="02040503050406030204" pitchFamily="18" charset="0"/>
                            </a:rPr>
                            <m:t>𝑛𝑇</m:t>
                          </m:r>
                        </m:e>
                      </m:d>
                    </m:oMath>
                  </m:oMathPara>
                </a14:m>
                <a:endParaRPr lang="ar-AE" dirty="0">
                  <a:latin typeface="+mj-lt"/>
                </a:endParaRPr>
              </a:p>
              <a:p>
                <a:r>
                  <a:rPr lang="vi-VN" dirty="0">
                    <a:latin typeface="+mj-lt"/>
                  </a:rPr>
                  <a:t>Đặc điểm:</a:t>
                </a:r>
              </a:p>
              <a:p>
                <a:r>
                  <a:rPr lang="vi-VN" dirty="0" err="1">
                    <a:latin typeface="+mj-lt"/>
                  </a:rPr>
                  <a:t>Pulse</a:t>
                </a:r>
                <a:r>
                  <a:rPr lang="vi-VN" dirty="0">
                    <a:latin typeface="+mj-lt"/>
                  </a:rPr>
                  <a:t> </a:t>
                </a:r>
                <a:r>
                  <a:rPr lang="vi-VN" dirty="0" err="1">
                    <a:latin typeface="+mj-lt"/>
                  </a:rPr>
                  <a:t>compression</a:t>
                </a:r>
                <a:r>
                  <a:rPr lang="vi-VN" dirty="0">
                    <a:latin typeface="+mj-lt"/>
                  </a:rPr>
                  <a:t> </a:t>
                </a:r>
                <a:endParaRPr lang="en-US" dirty="0">
                  <a:latin typeface="+mj-lt"/>
                </a:endParaRPr>
              </a:p>
              <a:p>
                <a:r>
                  <a:rPr lang="vi-VN" dirty="0">
                    <a:latin typeface="+mj-lt"/>
                  </a:rPr>
                  <a:t>Tăng độ phân giải mà vẫn giữ năng lượng lớn</a:t>
                </a:r>
              </a:p>
            </p:txBody>
          </p:sp>
        </mc:Choice>
        <mc:Fallback xmlns="">
          <p:sp>
            <p:nvSpPr>
              <p:cNvPr id="7" name="Content Placeholder 6">
                <a:extLst>
                  <a:ext uri="{FF2B5EF4-FFF2-40B4-BE49-F238E27FC236}">
                    <a16:creationId xmlns:a16="http://schemas.microsoft.com/office/drawing/2014/main" id="{05CBB2AB-E561-F6E4-D36D-D87311943DF5}"/>
                  </a:ext>
                </a:extLst>
              </p:cNvPr>
              <p:cNvSpPr>
                <a:spLocks noGrp="1" noRot="1" noChangeAspect="1" noMove="1" noResize="1" noEditPoints="1" noAdjustHandles="1" noChangeArrowheads="1" noChangeShapeType="1" noTextEdit="1"/>
              </p:cNvSpPr>
              <p:nvPr>
                <p:ph idx="1"/>
              </p:nvPr>
            </p:nvSpPr>
            <p:spPr>
              <a:xfrm>
                <a:off x="1024128" y="2339475"/>
                <a:ext cx="4601168" cy="4023360"/>
              </a:xfrm>
              <a:blipFill>
                <a:blip r:embed="rId2"/>
                <a:stretch>
                  <a:fillRect l="-662" t="-1818" r="-4106"/>
                </a:stretch>
              </a:blipFill>
            </p:spPr>
            <p:txBody>
              <a:bodyPr/>
              <a:lstStyle/>
              <a:p>
                <a:r>
                  <a:rPr lang="vi-VN">
                    <a:noFill/>
                  </a:rPr>
                  <a:t> </a:t>
                </a:r>
              </a:p>
            </p:txBody>
          </p:sp>
        </mc:Fallback>
      </mc:AlternateContent>
      <p:pic>
        <p:nvPicPr>
          <p:cNvPr id="1026" name="Picture 2" descr="Barker code - Radartutorial">
            <a:extLst>
              <a:ext uri="{FF2B5EF4-FFF2-40B4-BE49-F238E27FC236}">
                <a16:creationId xmlns:a16="http://schemas.microsoft.com/office/drawing/2014/main" id="{34A95D52-DC92-56BA-6445-575E52A9B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4268" y="2339475"/>
            <a:ext cx="5370571" cy="2371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671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BBC09-D0E3-8FA2-EA64-57BDBC7E48F2}"/>
              </a:ext>
            </a:extLst>
          </p:cNvPr>
          <p:cNvSpPr>
            <a:spLocks noGrp="1"/>
          </p:cNvSpPr>
          <p:nvPr>
            <p:ph type="title"/>
          </p:nvPr>
        </p:nvSpPr>
        <p:spPr/>
        <p:txBody>
          <a:bodyPr>
            <a:normAutofit/>
          </a:bodyPr>
          <a:lstStyle/>
          <a:p>
            <a:r>
              <a:rPr lang="en-US" dirty="0" err="1">
                <a:latin typeface="Tahoma (Headings)"/>
                <a:ea typeface="Tahoma" panose="020B0604030504040204" pitchFamily="34" charset="0"/>
                <a:cs typeface="Tahoma" panose="020B0604030504040204" pitchFamily="34" charset="0"/>
              </a:rPr>
              <a:t>Tín</a:t>
            </a:r>
            <a:r>
              <a:rPr lang="en-US" dirty="0">
                <a:latin typeface="Tahoma (Headings)"/>
                <a:ea typeface="Tahoma" panose="020B0604030504040204" pitchFamily="34" charset="0"/>
                <a:cs typeface="Tahoma" panose="020B0604030504040204" pitchFamily="34" charset="0"/>
              </a:rPr>
              <a:t> </a:t>
            </a:r>
            <a:r>
              <a:rPr lang="en-US" dirty="0" err="1">
                <a:latin typeface="Tahoma (Headings)"/>
                <a:ea typeface="Tahoma" panose="020B0604030504040204" pitchFamily="34" charset="0"/>
                <a:cs typeface="Tahoma" panose="020B0604030504040204" pitchFamily="34" charset="0"/>
              </a:rPr>
              <a:t>hiệu</a:t>
            </a:r>
            <a:r>
              <a:rPr lang="en-US" dirty="0">
                <a:latin typeface="Tahoma (Headings)"/>
                <a:ea typeface="Tahoma" panose="020B0604030504040204" pitchFamily="34" charset="0"/>
                <a:cs typeface="Tahoma" panose="020B0604030504040204" pitchFamily="34" charset="0"/>
              </a:rPr>
              <a:t> LFM</a:t>
            </a:r>
            <a:endParaRPr lang="vi-VN" dirty="0">
              <a:latin typeface="Tahoma (Headings)"/>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21115608-37C5-5FEB-F561-2B4CB41E10A8}"/>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dirty="0" err="1">
                <a:latin typeface="Tahoma" panose="020B0604030504040204" pitchFamily="34" charset="0"/>
                <a:ea typeface="Tahoma" panose="020B0604030504040204" pitchFamily="34" charset="0"/>
                <a:cs typeface="Tahoma" panose="020B0604030504040204" pitchFamily="34" charset="0"/>
              </a:rPr>
              <a:t>Thực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chất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chirp </a:t>
            </a:r>
            <a:r>
              <a:rPr lang="en-US" dirty="0" err="1">
                <a:latin typeface="Tahoma" panose="020B0604030504040204" pitchFamily="34" charset="0"/>
                <a:ea typeface="Tahoma" panose="020B0604030504040204" pitchFamily="34" charset="0"/>
                <a:cs typeface="Tahoma" panose="020B0604030504040204" pitchFamily="34" charset="0"/>
              </a:rPr>
              <a:t>trong</a:t>
            </a:r>
            <a:r>
              <a:rPr lang="en-US" dirty="0">
                <a:latin typeface="Tahoma" panose="020B0604030504040204" pitchFamily="34" charset="0"/>
                <a:ea typeface="Tahoma" panose="020B0604030504040204" pitchFamily="34" charset="0"/>
                <a:cs typeface="Tahoma" panose="020B0604030504040204" pitchFamily="34" charset="0"/>
              </a:rPr>
              <a:t> radar </a:t>
            </a:r>
            <a:r>
              <a:rPr lang="en-US" dirty="0" err="1">
                <a:latin typeface="Tahoma" panose="020B0604030504040204" pitchFamily="34" charset="0"/>
                <a:ea typeface="Tahoma" panose="020B0604030504040204" pitchFamily="34" charset="0"/>
                <a:cs typeface="Tahoma" panose="020B0604030504040204" pitchFamily="34" charset="0"/>
              </a:rPr>
              <a:t>xung</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dirty="0" err="1">
                <a:latin typeface="Tahoma" panose="020B0604030504040204" pitchFamily="34" charset="0"/>
                <a:ea typeface="Tahoma" panose="020B0604030504040204" pitchFamily="34" charset="0"/>
                <a:cs typeface="Tahoma" panose="020B0604030504040204" pitchFamily="34" charset="0"/>
              </a:rPr>
              <a:t>Pulse</a:t>
            </a:r>
            <a:r>
              <a:rPr lang="vi-VN" dirty="0">
                <a:latin typeface="Tahoma" panose="020B0604030504040204" pitchFamily="34" charset="0"/>
                <a:ea typeface="Tahoma" panose="020B0604030504040204" pitchFamily="34" charset="0"/>
                <a:cs typeface="Tahoma" panose="020B0604030504040204" pitchFamily="34" charset="0"/>
              </a:rPr>
              <a:t> dài → nhiều năng lượng</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endParaRPr lang="vi-VN" dirty="0"/>
          </a:p>
        </p:txBody>
      </p:sp>
      <p:pic>
        <p:nvPicPr>
          <p:cNvPr id="2050" name="Picture 2" descr="Illustration of principle of pulse compression g 1 , for a linear... |  Download Scientific Diagram">
            <a:extLst>
              <a:ext uri="{FF2B5EF4-FFF2-40B4-BE49-F238E27FC236}">
                <a16:creationId xmlns:a16="http://schemas.microsoft.com/office/drawing/2014/main" id="{25D01D12-3A15-AD92-1153-A0A9F9720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1051" y="1897555"/>
            <a:ext cx="5984955" cy="306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422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ACEAA-7E09-E77F-92D7-B3DE0AD30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51F13-B3A3-CABA-81DF-D24F5EF179E2}"/>
              </a:ext>
            </a:extLst>
          </p:cNvPr>
          <p:cNvSpPr>
            <a:spLocks noGrp="1"/>
          </p:cNvSpPr>
          <p:nvPr>
            <p:ph type="title"/>
          </p:nvPr>
        </p:nvSpPr>
        <p:spPr/>
        <p:txBody>
          <a:bodyPr>
            <a:normAutofit/>
          </a:bodyPr>
          <a:lstStyle/>
          <a:p>
            <a:r>
              <a:rPr lang="vi-VN" dirty="0"/>
              <a:t>Tín hiệu điều chế biên độ (AM Radar </a:t>
            </a:r>
            <a:r>
              <a:rPr lang="vi-VN" dirty="0" err="1"/>
              <a:t>Signal</a:t>
            </a:r>
            <a:r>
              <a:rPr lang="vi-VN" dirty="0"/>
              <a:t>)</a:t>
            </a:r>
            <a:endParaRPr lang="vi-VN" dirty="0">
              <a:latin typeface="Tahoma (Headings)"/>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F6E8F7-BC0D-E46D-5CC1-D36331DBCCCE}"/>
                  </a:ext>
                </a:extLst>
              </p:cNvPr>
              <p:cNvSpPr>
                <a:spLocks noGrp="1"/>
              </p:cNvSpPr>
              <p:nvPr>
                <p:ph idx="1"/>
              </p:nvPr>
            </p:nvSpPr>
            <p:spPr>
              <a:xfrm>
                <a:off x="1024128" y="2349658"/>
                <a:ext cx="4578019" cy="1499617"/>
              </a:xfrm>
            </p:spPr>
            <p:txBody>
              <a:bodyPr>
                <a:normAutofit lnSpcReduction="10000"/>
              </a:bodyPr>
              <a:lstStyle/>
              <a:p>
                <a:pPr marL="0" indent="0">
                  <a:buNone/>
                </a:pPr>
                <a:r>
                  <a:rPr lang="vi-VN" dirty="0">
                    <a:latin typeface="Tahoma" panose="020B0604030504040204" pitchFamily="34" charset="0"/>
                    <a:ea typeface="Tahoma" panose="020B0604030504040204" pitchFamily="34" charset="0"/>
                    <a:cs typeface="Tahoma" panose="020B0604030504040204" pitchFamily="34" charset="0"/>
                  </a:rPr>
                  <a:t>Dạng:</a:t>
                </a:r>
              </a:p>
              <a:p>
                <a:pPr marL="0" indent="0">
                  <a:buNone/>
                </a:pPr>
                <a14:m>
                  <m:oMathPara xmlns:m="http://schemas.openxmlformats.org/officeDocument/2006/math">
                    <m:oMathParaPr>
                      <m:jc m:val="center"/>
                    </m:oMathParaPr>
                    <m:oMath xmlns:m="http://schemas.openxmlformats.org/officeDocument/2006/math">
                      <m:r>
                        <a:rPr lang="vi-VN" b="0" i="1" smtClean="0">
                          <a:latin typeface="Cambria Math" panose="02040503050406030204" pitchFamily="18" charset="0"/>
                        </a:rPr>
                        <m:t>𝑠</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r>
                        <a:rPr lang="ar-AE" b="0" i="1" smtClean="0">
                          <a:latin typeface="Cambria Math" panose="02040503050406030204" pitchFamily="18" charset="0"/>
                        </a:rPr>
                        <m:t>𝐴</m:t>
                      </m:r>
                      <m:d>
                        <m:dPr>
                          <m:ctrlPr>
                            <a:rPr lang="ar-AE" i="1">
                              <a:latin typeface="Cambria Math" panose="02040503050406030204" pitchFamily="18" charset="0"/>
                            </a:rPr>
                          </m:ctrlPr>
                        </m:dPr>
                        <m:e>
                          <m:r>
                            <a:rPr lang="ar-AE" b="0" smtClean="0">
                              <a:latin typeface="Cambria Math" panose="02040503050406030204" pitchFamily="18" charset="0"/>
                            </a:rPr>
                            <m:t>1</m:t>
                          </m:r>
                          <m:r>
                            <a:rPr lang="ar-AE" b="0" smtClean="0">
                              <a:latin typeface="Cambria Math" panose="02040503050406030204" pitchFamily="18" charset="0"/>
                            </a:rPr>
                            <m:t>+</m:t>
                          </m:r>
                          <m:r>
                            <a:rPr lang="ar-AE" b="0" i="1" smtClean="0">
                              <a:latin typeface="Cambria Math" panose="02040503050406030204" pitchFamily="18" charset="0"/>
                            </a:rPr>
                            <m:t>𝑚</m:t>
                          </m:r>
                          <m:d>
                            <m:dPr>
                              <m:ctrlPr>
                                <a:rPr lang="ar-AE" i="1">
                                  <a:latin typeface="Cambria Math" panose="02040503050406030204" pitchFamily="18" charset="0"/>
                                </a:rPr>
                              </m:ctrlPr>
                            </m:dPr>
                            <m:e>
                              <m:r>
                                <a:rPr lang="ar-AE" b="0" i="1" smtClean="0">
                                  <a:latin typeface="Cambria Math" panose="02040503050406030204" pitchFamily="18" charset="0"/>
                                </a:rPr>
                                <m:t>𝑡</m:t>
                              </m:r>
                            </m:e>
                          </m:d>
                        </m:e>
                      </m:d>
                      <m:r>
                        <m:rPr>
                          <m:sty m:val="p"/>
                        </m:rPr>
                        <a:rPr lang="vi-VN" b="0" smtClean="0">
                          <a:latin typeface="Cambria Math" panose="02040503050406030204" pitchFamily="18" charset="0"/>
                        </a:rPr>
                        <m:t>cos</m:t>
                      </m:r>
                      <m:r>
                        <a:rPr lang="vi-VN" b="0" smtClean="0">
                          <a:latin typeface="Cambria Math" panose="02040503050406030204" pitchFamily="18" charset="0"/>
                        </a:rPr>
                        <m:t>⁡</m:t>
                      </m:r>
                      <m:d>
                        <m:dPr>
                          <m:ctrlPr>
                            <a:rPr lang="ar-AE" i="1">
                              <a:latin typeface="Cambria Math" panose="02040503050406030204" pitchFamily="18" charset="0"/>
                            </a:rPr>
                          </m:ctrlPr>
                        </m:dPr>
                        <m:e>
                          <m:r>
                            <a:rPr lang="ar-AE" b="0" smtClean="0">
                              <a:latin typeface="Cambria Math" panose="02040503050406030204" pitchFamily="18" charset="0"/>
                            </a:rPr>
                            <m:t>2</m:t>
                          </m:r>
                          <m:r>
                            <a:rPr lang="ar-AE" b="0" i="1" smtClean="0">
                              <a:latin typeface="Cambria Math" panose="02040503050406030204" pitchFamily="18" charset="0"/>
                            </a:rPr>
                            <m:t>𝜋</m:t>
                          </m:r>
                          <m:sSub>
                            <m:sSubPr>
                              <m:ctrlPr>
                                <a:rPr lang="ar-AE" i="1">
                                  <a:latin typeface="Cambria Math" panose="02040503050406030204" pitchFamily="18" charset="0"/>
                                </a:rPr>
                              </m:ctrlPr>
                            </m:sSubPr>
                            <m:e>
                              <m:r>
                                <a:rPr lang="ar-AE" b="0" i="1" smtClean="0">
                                  <a:latin typeface="Cambria Math" panose="02040503050406030204" pitchFamily="18" charset="0"/>
                                </a:rPr>
                                <m:t>𝑓</m:t>
                              </m:r>
                            </m:e>
                            <m:sub>
                              <m:r>
                                <a:rPr lang="ar-AE" b="0" i="1" smtClean="0">
                                  <a:latin typeface="Cambria Math" panose="02040503050406030204" pitchFamily="18" charset="0"/>
                                </a:rPr>
                                <m:t>𝑐</m:t>
                              </m:r>
                            </m:sub>
                          </m:sSub>
                          <m:r>
                            <a:rPr lang="ar-AE" b="0" i="1" smtClean="0">
                              <a:latin typeface="Cambria Math" panose="02040503050406030204" pitchFamily="18" charset="0"/>
                            </a:rPr>
                            <m:t>𝑡</m:t>
                          </m:r>
                        </m:e>
                      </m:d>
                    </m:oMath>
                  </m:oMathPara>
                </a14:m>
                <a:endParaRPr lang="ar-AE"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dirty="0">
                    <a:latin typeface="Tahoma" panose="020B0604030504040204" pitchFamily="34" charset="0"/>
                    <a:ea typeface="Tahoma" panose="020B0604030504040204" pitchFamily="34" charset="0"/>
                    <a:cs typeface="Tahoma" panose="020B0604030504040204" pitchFamily="34" charset="0"/>
                  </a:rPr>
                  <a:t>Ít dùng trong radar hiện đại</a:t>
                </a:r>
                <a:r>
                  <a:rPr lang="en-US" dirty="0">
                    <a:latin typeface="Tahoma" panose="020B0604030504040204" pitchFamily="34" charset="0"/>
                    <a:ea typeface="Tahoma" panose="020B0604030504040204" pitchFamily="34" charset="0"/>
                    <a:cs typeface="Tahoma" panose="020B0604030504040204" pitchFamily="34" charset="0"/>
                  </a:rPr>
                  <a:t> d</a:t>
                </a:r>
                <a:r>
                  <a:rPr lang="vi-VN" dirty="0">
                    <a:latin typeface="Tahoma" panose="020B0604030504040204" pitchFamily="34" charset="0"/>
                    <a:ea typeface="Tahoma" panose="020B0604030504040204" pitchFamily="34" charset="0"/>
                    <a:cs typeface="Tahoma" panose="020B0604030504040204" pitchFamily="34" charset="0"/>
                  </a:rPr>
                  <a:t>o dễ nhiễu</a:t>
                </a:r>
              </a:p>
            </p:txBody>
          </p:sp>
        </mc:Choice>
        <mc:Fallback xmlns="">
          <p:sp>
            <p:nvSpPr>
              <p:cNvPr id="5" name="Content Placeholder 4">
                <a:extLst>
                  <a:ext uri="{FF2B5EF4-FFF2-40B4-BE49-F238E27FC236}">
                    <a16:creationId xmlns:a16="http://schemas.microsoft.com/office/drawing/2014/main" id="{75F6E8F7-BC0D-E46D-5CC1-D36331DBCCCE}"/>
                  </a:ext>
                </a:extLst>
              </p:cNvPr>
              <p:cNvSpPr>
                <a:spLocks noGrp="1" noRot="1" noChangeAspect="1" noMove="1" noResize="1" noEditPoints="1" noAdjustHandles="1" noChangeArrowheads="1" noChangeShapeType="1" noTextEdit="1"/>
              </p:cNvSpPr>
              <p:nvPr>
                <p:ph idx="1"/>
              </p:nvPr>
            </p:nvSpPr>
            <p:spPr>
              <a:xfrm>
                <a:off x="1024128" y="2349658"/>
                <a:ext cx="4578019" cy="1499617"/>
              </a:xfrm>
              <a:blipFill>
                <a:blip r:embed="rId2"/>
                <a:stretch>
                  <a:fillRect l="-2663" t="-6504" b="-4878"/>
                </a:stretch>
              </a:blipFill>
            </p:spPr>
            <p:txBody>
              <a:bodyPr/>
              <a:lstStyle/>
              <a:p>
                <a:r>
                  <a:rPr lang="vi-VN">
                    <a:noFill/>
                  </a:rPr>
                  <a:t> </a:t>
                </a:r>
              </a:p>
            </p:txBody>
          </p:sp>
        </mc:Fallback>
      </mc:AlternateContent>
      <p:pic>
        <p:nvPicPr>
          <p:cNvPr id="3078" name="Picture 6" descr="Draw a diagram of amplitude modulated waves class 13 physics CBSE">
            <a:extLst>
              <a:ext uri="{FF2B5EF4-FFF2-40B4-BE49-F238E27FC236}">
                <a16:creationId xmlns:a16="http://schemas.microsoft.com/office/drawing/2014/main" id="{385509FA-89A9-D22E-3AE7-CBF585839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2617" y="2084831"/>
            <a:ext cx="4363656" cy="4362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446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13BF-ED94-F309-3B05-A4A6E4C7A7B8}"/>
              </a:ext>
            </a:extLst>
          </p:cNvPr>
          <p:cNvSpPr>
            <a:spLocks noGrp="1"/>
          </p:cNvSpPr>
          <p:nvPr>
            <p:ph type="title"/>
          </p:nvPr>
        </p:nvSpPr>
        <p:spPr/>
        <p:txBody>
          <a:bodyPr/>
          <a:lstStyle/>
          <a:p>
            <a:r>
              <a:rPr lang="vi-VN" dirty="0"/>
              <a:t>Tín hiệu điều chế tần số (FM Radar </a:t>
            </a:r>
            <a:r>
              <a:rPr lang="vi-VN" dirty="0" err="1"/>
              <a:t>Signal</a:t>
            </a:r>
            <a:r>
              <a:rPr lang="vi-VN" dirty="0"/>
              <a: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FD9762E-EFF2-9625-DF2B-648BF038997F}"/>
                  </a:ext>
                </a:extLst>
              </p:cNvPr>
              <p:cNvSpPr>
                <a:spLocks noGrp="1"/>
              </p:cNvSpPr>
              <p:nvPr>
                <p:ph idx="1"/>
              </p:nvPr>
            </p:nvSpPr>
            <p:spPr>
              <a:xfrm>
                <a:off x="1024129" y="2084832"/>
                <a:ext cx="5573441" cy="3586763"/>
              </a:xfrm>
            </p:spPr>
            <p:txBody>
              <a:bodyPr>
                <a:normAutofit/>
              </a:bodyPr>
              <a:lstStyle/>
              <a:p>
                <a:pPr marL="0" indent="0">
                  <a:buNone/>
                </a:pPr>
                <a:r>
                  <a:rPr lang="vi-VN" dirty="0">
                    <a:latin typeface="Tahoma" panose="020B0604030504040204" pitchFamily="34" charset="0"/>
                    <a:ea typeface="Tahoma" panose="020B0604030504040204" pitchFamily="34" charset="0"/>
                    <a:cs typeface="Tahoma" panose="020B0604030504040204" pitchFamily="34" charset="0"/>
                  </a:rPr>
                  <a:t>Dạng:</a:t>
                </a:r>
              </a:p>
              <a:p>
                <a:pPr marL="0" indent="0">
                  <a:buNone/>
                </a:pPr>
                <a14:m>
                  <m:oMathPara xmlns:m="http://schemas.openxmlformats.org/officeDocument/2006/math">
                    <m:oMathParaPr>
                      <m:jc m:val="center"/>
                    </m:oMathParaPr>
                    <m:oMath xmlns:m="http://schemas.openxmlformats.org/officeDocument/2006/math">
                      <m:r>
                        <a:rPr lang="vi-VN" b="0" i="1" smtClean="0">
                          <a:latin typeface="Cambria Math" panose="02040503050406030204" pitchFamily="18" charset="0"/>
                        </a:rPr>
                        <m:t>𝑠</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r>
                        <a:rPr lang="ar-AE" b="0" i="1" smtClean="0">
                          <a:latin typeface="Cambria Math" panose="02040503050406030204" pitchFamily="18" charset="0"/>
                        </a:rPr>
                        <m:t>𝐴</m:t>
                      </m:r>
                      <m:r>
                        <m:rPr>
                          <m:sty m:val="p"/>
                        </m:rPr>
                        <a:rPr lang="vi-VN" b="0" smtClean="0">
                          <a:latin typeface="Cambria Math" panose="02040503050406030204" pitchFamily="18" charset="0"/>
                        </a:rPr>
                        <m:t>cos</m:t>
                      </m:r>
                      <m:r>
                        <a:rPr lang="vi-VN" b="0" smtClean="0">
                          <a:latin typeface="Cambria Math" panose="02040503050406030204" pitchFamily="18" charset="0"/>
                        </a:rPr>
                        <m:t>⁡</m:t>
                      </m:r>
                      <m:d>
                        <m:dPr>
                          <m:ctrlPr>
                            <a:rPr lang="ar-AE" i="1">
                              <a:latin typeface="Cambria Math" panose="02040503050406030204" pitchFamily="18" charset="0"/>
                            </a:rPr>
                          </m:ctrlPr>
                        </m:dPr>
                        <m:e>
                          <m:r>
                            <a:rPr lang="ar-AE" b="0" smtClean="0">
                              <a:latin typeface="Cambria Math" panose="02040503050406030204" pitchFamily="18" charset="0"/>
                            </a:rPr>
                            <m:t>2</m:t>
                          </m:r>
                          <m:r>
                            <a:rPr lang="ar-AE" b="0" i="1" smtClean="0">
                              <a:latin typeface="Cambria Math" panose="02040503050406030204" pitchFamily="18" charset="0"/>
                            </a:rPr>
                            <m:t>𝜋</m:t>
                          </m:r>
                          <m:sSub>
                            <m:sSubPr>
                              <m:ctrlPr>
                                <a:rPr lang="ar-AE" i="1">
                                  <a:latin typeface="Cambria Math" panose="02040503050406030204" pitchFamily="18" charset="0"/>
                                </a:rPr>
                              </m:ctrlPr>
                            </m:sSubPr>
                            <m:e>
                              <m:r>
                                <a:rPr lang="ar-AE" b="0" i="1" smtClean="0">
                                  <a:latin typeface="Cambria Math" panose="02040503050406030204" pitchFamily="18" charset="0"/>
                                </a:rPr>
                                <m:t>𝑓</m:t>
                              </m:r>
                            </m:e>
                            <m:sub>
                              <m:r>
                                <a:rPr lang="ar-AE" b="0" i="1" smtClean="0">
                                  <a:latin typeface="Cambria Math" panose="02040503050406030204" pitchFamily="18" charset="0"/>
                                </a:rPr>
                                <m:t>𝑐</m:t>
                              </m:r>
                            </m:sub>
                          </m:sSub>
                          <m:r>
                            <a:rPr lang="ar-AE" b="0" i="1" smtClean="0">
                              <a:latin typeface="Cambria Math" panose="02040503050406030204" pitchFamily="18" charset="0"/>
                            </a:rPr>
                            <m:t>𝑡</m:t>
                          </m:r>
                          <m:r>
                            <a:rPr lang="ar-AE" b="0" smtClean="0">
                              <a:latin typeface="Cambria Math" panose="02040503050406030204" pitchFamily="18" charset="0"/>
                            </a:rPr>
                            <m:t>+</m:t>
                          </m:r>
                          <m:r>
                            <a:rPr lang="ar-AE" b="0" i="1" smtClean="0">
                              <a:latin typeface="Cambria Math" panose="02040503050406030204" pitchFamily="18" charset="0"/>
                            </a:rPr>
                            <m:t>𝜙</m:t>
                          </m:r>
                          <m:d>
                            <m:dPr>
                              <m:ctrlPr>
                                <a:rPr lang="ar-AE" i="1">
                                  <a:latin typeface="Cambria Math" panose="02040503050406030204" pitchFamily="18" charset="0"/>
                                </a:rPr>
                              </m:ctrlPr>
                            </m:dPr>
                            <m:e>
                              <m:r>
                                <a:rPr lang="ar-AE" b="0" i="1" smtClean="0">
                                  <a:latin typeface="Cambria Math" panose="02040503050406030204" pitchFamily="18" charset="0"/>
                                </a:rPr>
                                <m:t>𝑡</m:t>
                              </m:r>
                            </m:e>
                          </m:d>
                        </m:e>
                      </m:d>
                    </m:oMath>
                  </m:oMathPara>
                </a14:m>
                <a:endParaRPr lang="ar-AE"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dirty="0">
                    <a:latin typeface="Tahoma" panose="020B0604030504040204" pitchFamily="34" charset="0"/>
                    <a:ea typeface="Tahoma" panose="020B0604030504040204" pitchFamily="34" charset="0"/>
                    <a:cs typeface="Tahoma" panose="020B0604030504040204" pitchFamily="34" charset="0"/>
                  </a:rPr>
                  <a:t>Dùng trong:</a:t>
                </a:r>
                <a:endParaRPr lang="en-US" dirty="0">
                  <a:latin typeface="Tahoma" panose="020B0604030504040204" pitchFamily="34" charset="0"/>
                  <a:ea typeface="Tahoma" panose="020B0604030504040204" pitchFamily="34" charset="0"/>
                  <a:cs typeface="Tahoma" panose="020B0604030504040204" pitchFamily="34" charset="0"/>
                </a:endParaRPr>
              </a:p>
              <a:p>
                <a:r>
                  <a:rPr lang="vi-VN" dirty="0">
                    <a:latin typeface="Tahoma" panose="020B0604030504040204" pitchFamily="34" charset="0"/>
                    <a:ea typeface="Tahoma" panose="020B0604030504040204" pitchFamily="34" charset="0"/>
                    <a:cs typeface="Tahoma" panose="020B0604030504040204" pitchFamily="34" charset="0"/>
                  </a:rPr>
                  <a:t>FMCW</a:t>
                </a:r>
                <a:endParaRPr lang="en-US" dirty="0">
                  <a:latin typeface="Tahoma" panose="020B0604030504040204" pitchFamily="34" charset="0"/>
                  <a:ea typeface="Tahoma" panose="020B0604030504040204" pitchFamily="34" charset="0"/>
                  <a:cs typeface="Tahoma" panose="020B0604030504040204" pitchFamily="34" charset="0"/>
                </a:endParaRPr>
              </a:p>
              <a:p>
                <a:r>
                  <a:rPr lang="vi-VN" dirty="0">
                    <a:latin typeface="Tahoma" panose="020B0604030504040204" pitchFamily="34" charset="0"/>
                    <a:ea typeface="Tahoma" panose="020B0604030504040204" pitchFamily="34" charset="0"/>
                    <a:cs typeface="Tahoma" panose="020B0604030504040204" pitchFamily="34" charset="0"/>
                  </a:rPr>
                  <a:t>Radar hiện đại</a:t>
                </a:r>
              </a:p>
              <a:p>
                <a:endParaRPr lang="vi-VN" dirty="0"/>
              </a:p>
            </p:txBody>
          </p:sp>
        </mc:Choice>
        <mc:Fallback xmlns="">
          <p:sp>
            <p:nvSpPr>
              <p:cNvPr id="4" name="Content Placeholder 3">
                <a:extLst>
                  <a:ext uri="{FF2B5EF4-FFF2-40B4-BE49-F238E27FC236}">
                    <a16:creationId xmlns:a16="http://schemas.microsoft.com/office/drawing/2014/main" id="{8FD9762E-EFF2-9625-DF2B-648BF038997F}"/>
                  </a:ext>
                </a:extLst>
              </p:cNvPr>
              <p:cNvSpPr>
                <a:spLocks noGrp="1" noRot="1" noChangeAspect="1" noMove="1" noResize="1" noEditPoints="1" noAdjustHandles="1" noChangeArrowheads="1" noChangeShapeType="1" noTextEdit="1"/>
              </p:cNvSpPr>
              <p:nvPr>
                <p:ph idx="1"/>
              </p:nvPr>
            </p:nvSpPr>
            <p:spPr>
              <a:xfrm>
                <a:off x="1024129" y="2084832"/>
                <a:ext cx="5573441" cy="3586763"/>
              </a:xfrm>
              <a:blipFill>
                <a:blip r:embed="rId2"/>
                <a:stretch>
                  <a:fillRect l="-2188" t="-2041"/>
                </a:stretch>
              </a:blipFill>
            </p:spPr>
            <p:txBody>
              <a:bodyPr/>
              <a:lstStyle/>
              <a:p>
                <a:r>
                  <a:rPr lang="vi-VN">
                    <a:noFill/>
                  </a:rPr>
                  <a:t> </a:t>
                </a:r>
              </a:p>
            </p:txBody>
          </p:sp>
        </mc:Fallback>
      </mc:AlternateContent>
      <p:pic>
        <p:nvPicPr>
          <p:cNvPr id="5" name="Picture 2" descr="Radartutorial">
            <a:extLst>
              <a:ext uri="{FF2B5EF4-FFF2-40B4-BE49-F238E27FC236}">
                <a16:creationId xmlns:a16="http://schemas.microsoft.com/office/drawing/2014/main" id="{CF8CCFBA-56D8-64FE-7222-8D3A3E206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524" y="1866851"/>
            <a:ext cx="3890760" cy="4432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405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99E49-2080-7667-11FE-E0A833C7D271}"/>
              </a:ext>
            </a:extLst>
          </p:cNvPr>
          <p:cNvSpPr>
            <a:spLocks noGrp="1"/>
          </p:cNvSpPr>
          <p:nvPr>
            <p:ph type="title"/>
          </p:nvPr>
        </p:nvSpPr>
        <p:spPr/>
        <p:txBody>
          <a:bodyPr/>
          <a:lstStyle/>
          <a:p>
            <a:r>
              <a:rPr lang="vi-VN" dirty="0"/>
              <a:t>Các kỹ thuật tạo mục tiêu giả</a:t>
            </a:r>
          </a:p>
        </p:txBody>
      </p:sp>
      <p:sp>
        <p:nvSpPr>
          <p:cNvPr id="3" name="Content Placeholder 2">
            <a:extLst>
              <a:ext uri="{FF2B5EF4-FFF2-40B4-BE49-F238E27FC236}">
                <a16:creationId xmlns:a16="http://schemas.microsoft.com/office/drawing/2014/main" id="{A2D8CFB2-D9A2-FF09-DC12-B2F9BB09E514}"/>
              </a:ext>
            </a:extLst>
          </p:cNvPr>
          <p:cNvSpPr>
            <a:spLocks noGrp="1"/>
          </p:cNvSpPr>
          <p:nvPr>
            <p:ph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Range Deception (</a:t>
            </a:r>
            <a:r>
              <a:rPr lang="en-US" dirty="0" err="1">
                <a:latin typeface="Tahoma" panose="020B0604030504040204" pitchFamily="34" charset="0"/>
                <a:ea typeface="Tahoma" panose="020B0604030504040204" pitchFamily="34" charset="0"/>
                <a:cs typeface="Tahoma" panose="020B0604030504040204" pitchFamily="34" charset="0"/>
              </a:rPr>
              <a:t>Giả</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khoảng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a:t>
            </a:r>
          </a:p>
          <a:p>
            <a:r>
              <a:rPr lang="vi-VN" dirty="0">
                <a:latin typeface="Tahoma" panose="020B0604030504040204" pitchFamily="34" charset="0"/>
                <a:ea typeface="Tahoma" panose="020B0604030504040204" pitchFamily="34" charset="0"/>
                <a:cs typeface="Tahoma" panose="020B0604030504040204" pitchFamily="34" charset="0"/>
              </a:rPr>
              <a:t>Doppler </a:t>
            </a:r>
            <a:r>
              <a:rPr lang="vi-VN" dirty="0" err="1">
                <a:latin typeface="Tahoma" panose="020B0604030504040204" pitchFamily="34" charset="0"/>
                <a:ea typeface="Tahoma" panose="020B0604030504040204" pitchFamily="34" charset="0"/>
                <a:cs typeface="Tahoma" panose="020B0604030504040204" pitchFamily="34" charset="0"/>
              </a:rPr>
              <a:t>Deception</a:t>
            </a:r>
            <a:r>
              <a:rPr lang="vi-VN" dirty="0">
                <a:latin typeface="Tahoma" panose="020B0604030504040204" pitchFamily="34" charset="0"/>
                <a:ea typeface="Tahoma" panose="020B0604030504040204" pitchFamily="34" charset="0"/>
                <a:cs typeface="Tahoma" panose="020B0604030504040204" pitchFamily="34" charset="0"/>
              </a:rPr>
              <a:t> (Giả vận tốc)</a:t>
            </a:r>
            <a:endParaRPr lang="en-US" dirty="0">
              <a:latin typeface="Tahoma" panose="020B0604030504040204" pitchFamily="34" charset="0"/>
              <a:ea typeface="Tahoma" panose="020B0604030504040204" pitchFamily="34" charset="0"/>
              <a:cs typeface="Tahoma" panose="020B0604030504040204" pitchFamily="34" charset="0"/>
            </a:endParaRPr>
          </a:p>
          <a:p>
            <a:r>
              <a:rPr lang="vi-VN" dirty="0">
                <a:latin typeface="Tahoma" panose="020B0604030504040204" pitchFamily="34" charset="0"/>
                <a:ea typeface="Tahoma" panose="020B0604030504040204" pitchFamily="34" charset="0"/>
                <a:cs typeface="Tahoma" panose="020B0604030504040204" pitchFamily="34" charset="0"/>
              </a:rPr>
              <a:t>RGPO (</a:t>
            </a:r>
            <a:r>
              <a:rPr lang="vi-VN" dirty="0" err="1">
                <a:latin typeface="Tahoma" panose="020B0604030504040204" pitchFamily="34" charset="0"/>
                <a:ea typeface="Tahoma" panose="020B0604030504040204" pitchFamily="34" charset="0"/>
                <a:cs typeface="Tahoma" panose="020B0604030504040204" pitchFamily="34" charset="0"/>
              </a:rPr>
              <a:t>Range</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Gate</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Pull-Off</a:t>
            </a:r>
            <a:r>
              <a:rPr lang="vi-VN"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r>
              <a:rPr lang="vi-VN" dirty="0">
                <a:latin typeface="Tahoma" panose="020B0604030504040204" pitchFamily="34" charset="0"/>
                <a:ea typeface="Tahoma" panose="020B0604030504040204" pitchFamily="34" charset="0"/>
                <a:cs typeface="Tahoma" panose="020B0604030504040204" pitchFamily="34" charset="0"/>
              </a:rPr>
              <a:t>VGPO (</a:t>
            </a:r>
            <a:r>
              <a:rPr lang="vi-VN" dirty="0" err="1">
                <a:latin typeface="Tahoma" panose="020B0604030504040204" pitchFamily="34" charset="0"/>
                <a:ea typeface="Tahoma" panose="020B0604030504040204" pitchFamily="34" charset="0"/>
                <a:cs typeface="Tahoma" panose="020B0604030504040204" pitchFamily="34" charset="0"/>
              </a:rPr>
              <a:t>Velocity</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Gate</a:t>
            </a:r>
            <a:r>
              <a:rPr lang="vi-VN" dirty="0">
                <a:latin typeface="Tahoma" panose="020B0604030504040204" pitchFamily="34" charset="0"/>
                <a:ea typeface="Tahoma" panose="020B0604030504040204" pitchFamily="34" charset="0"/>
                <a:cs typeface="Tahoma" panose="020B0604030504040204" pitchFamily="34" charset="0"/>
              </a:rPr>
              <a:t> </a:t>
            </a:r>
            <a:r>
              <a:rPr lang="vi-VN" dirty="0" err="1">
                <a:latin typeface="Tahoma" panose="020B0604030504040204" pitchFamily="34" charset="0"/>
                <a:ea typeface="Tahoma" panose="020B0604030504040204" pitchFamily="34" charset="0"/>
                <a:cs typeface="Tahoma" panose="020B0604030504040204" pitchFamily="34" charset="0"/>
              </a:rPr>
              <a:t>Pull-Off</a:t>
            </a:r>
            <a:r>
              <a:rPr lang="vi-VN" dirty="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a:latin typeface="Tahoma" panose="020B0604030504040204" pitchFamily="34" charset="0"/>
                <a:ea typeface="Tahoma" panose="020B0604030504040204" pitchFamily="34" charset="0"/>
                <a:cs typeface="Tahoma" panose="020B0604030504040204" pitchFamily="34" charset="0"/>
              </a:rPr>
              <a:t>Multiple False Targets</a:t>
            </a:r>
            <a:endParaRPr lang="vi-VN"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28278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E342-46D7-C569-BBCC-C727F9FF5D33}"/>
              </a:ext>
            </a:extLst>
          </p:cNvPr>
          <p:cNvSpPr>
            <a:spLocks noGrp="1"/>
          </p:cNvSpPr>
          <p:nvPr>
            <p:ph type="title"/>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Range Deception</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a:t>
            </a:r>
            <a:r>
              <a:rPr lang="en-US" dirty="0" err="1">
                <a:latin typeface="Tahoma" panose="020B0604030504040204" pitchFamily="34" charset="0"/>
                <a:ea typeface="Tahoma" panose="020B0604030504040204" pitchFamily="34" charset="0"/>
                <a:cs typeface="Tahoma" panose="020B0604030504040204" pitchFamily="34" charset="0"/>
              </a:rPr>
              <a:t>Giả</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khoảng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a:t>
            </a:r>
            <a:endParaRPr lang="vi-VN"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0AAED2-2FD3-0C7B-39BB-D2FC7721AB6F}"/>
                  </a:ext>
                </a:extLst>
              </p:cNvPr>
              <p:cNvSpPr>
                <a:spLocks noGrp="1"/>
              </p:cNvSpPr>
              <p:nvPr>
                <p:ph idx="1"/>
              </p:nvPr>
            </p:nvSpPr>
            <p:spPr>
              <a:xfrm>
                <a:off x="1024128" y="2286000"/>
                <a:ext cx="4127735" cy="4023360"/>
              </a:xfrm>
            </p:spPr>
            <p:txBody>
              <a:bodyPr/>
              <a:lstStyle/>
              <a:p>
                <a:r>
                  <a:rPr lang="vi-VN" dirty="0">
                    <a:latin typeface="Tahoma" panose="020B0604030504040204" pitchFamily="34" charset="0"/>
                    <a:ea typeface="Tahoma" panose="020B0604030504040204" pitchFamily="34" charset="0"/>
                    <a:cs typeface="Tahoma" panose="020B0604030504040204" pitchFamily="34" charset="0"/>
                  </a:rPr>
                  <a:t>Nguyên lý:</a:t>
                </a:r>
              </a:p>
              <a:p>
                <a:pPr marL="0" indent="0">
                  <a:buNone/>
                </a:pPr>
                <a:endParaRPr lang="en-US"/>
              </a:p>
              <a:p>
                <a:pPr marL="0" indent="0">
                  <a:buNone/>
                </a:pPr>
                <a14:m>
                  <m:oMathPara xmlns:m="http://schemas.openxmlformats.org/officeDocument/2006/math">
                    <m:oMathParaPr>
                      <m:jc m:val="center"/>
                    </m:oMathParaPr>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𝑓𝑎𝑘𝑒</m:t>
                          </m:r>
                        </m:sub>
                      </m:sSub>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a:rPr lang="ar-AE" i="1">
                          <a:latin typeface="Cambria Math" panose="02040503050406030204" pitchFamily="18" charset="0"/>
                        </a:rPr>
                        <m:t>𝑠</m:t>
                      </m:r>
                      <m:d>
                        <m:dPr>
                          <m:ctrlPr>
                            <a:rPr lang="ar-AE"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𝜏</m:t>
                              </m:r>
                            </m:e>
                            <m:sup>
                              <m:r>
                                <a:rPr lang="ar-AE">
                                  <a:latin typeface="Cambria Math" panose="02040503050406030204" pitchFamily="18" charset="0"/>
                                </a:rPr>
                                <m:t>′</m:t>
                              </m:r>
                            </m:sup>
                          </m:sSup>
                        </m:e>
                      </m:d>
                    </m:oMath>
                  </m:oMathPara>
                </a14:m>
                <a:endParaRPr lang="ar-AE"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p>
                <a:r>
                  <a:rPr lang="vi-VN" dirty="0">
                    <a:latin typeface="Tahoma" panose="020B0604030504040204" pitchFamily="34" charset="0"/>
                    <a:ea typeface="Tahoma" panose="020B0604030504040204" pitchFamily="34" charset="0"/>
                    <a:cs typeface="Tahoma" panose="020B0604030504040204" pitchFamily="34" charset="0"/>
                  </a:rPr>
                  <a:t>Thay đổi </a:t>
                </a:r>
                <a:r>
                  <a:rPr lang="vi-VN" dirty="0" err="1">
                    <a:latin typeface="Tahoma" panose="020B0604030504040204" pitchFamily="34" charset="0"/>
                    <a:ea typeface="Tahoma" panose="020B0604030504040204" pitchFamily="34" charset="0"/>
                    <a:cs typeface="Tahoma" panose="020B0604030504040204" pitchFamily="34" charset="0"/>
                  </a:rPr>
                  <a:t>delay</a:t>
                </a:r>
                <a:r>
                  <a:rPr lang="vi-VN"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suy</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ra</a:t>
                </a:r>
                <a:r>
                  <a:rPr lang="vi-VN" dirty="0">
                    <a:latin typeface="Tahoma" panose="020B0604030504040204" pitchFamily="34" charset="0"/>
                    <a:ea typeface="Tahoma" panose="020B0604030504040204" pitchFamily="34" charset="0"/>
                    <a:cs typeface="Tahoma" panose="020B0604030504040204" pitchFamily="34" charset="0"/>
                  </a:rPr>
                  <a:t> thay đổi </a:t>
                </a:r>
                <a:r>
                  <a:rPr lang="vi-VN" dirty="0" err="1">
                    <a:latin typeface="Tahoma" panose="020B0604030504040204" pitchFamily="34" charset="0"/>
                    <a:ea typeface="Tahoma" panose="020B0604030504040204" pitchFamily="34" charset="0"/>
                    <a:cs typeface="Tahoma" panose="020B0604030504040204" pitchFamily="34" charset="0"/>
                  </a:rPr>
                  <a:t>range</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từ</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đó</a:t>
                </a:r>
                <a:r>
                  <a:rPr lang="en-US" dirty="0">
                    <a:latin typeface="Tahoma" panose="020B0604030504040204" pitchFamily="34" charset="0"/>
                    <a:ea typeface="Tahoma" panose="020B0604030504040204" pitchFamily="34" charset="0"/>
                    <a:cs typeface="Tahoma" panose="020B0604030504040204" pitchFamily="34" charset="0"/>
                  </a:rPr>
                  <a:t> r</a:t>
                </a:r>
                <a:r>
                  <a:rPr lang="vi-VN" dirty="0" err="1">
                    <a:latin typeface="Tahoma" panose="020B0604030504040204" pitchFamily="34" charset="0"/>
                    <a:ea typeface="Tahoma" panose="020B0604030504040204" pitchFamily="34" charset="0"/>
                    <a:cs typeface="Tahoma" panose="020B0604030504040204" pitchFamily="34" charset="0"/>
                  </a:rPr>
                  <a:t>adar</a:t>
                </a:r>
                <a:r>
                  <a:rPr lang="vi-VN" dirty="0">
                    <a:latin typeface="Tahoma" panose="020B0604030504040204" pitchFamily="34" charset="0"/>
                    <a:ea typeface="Tahoma" panose="020B0604030504040204" pitchFamily="34" charset="0"/>
                    <a:cs typeface="Tahoma" panose="020B0604030504040204" pitchFamily="34" charset="0"/>
                  </a:rPr>
                  <a:t> nghĩ mục tiêu ở vị trí khác</a:t>
                </a:r>
              </a:p>
              <a:p>
                <a:endParaRPr lang="vi-VN"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Content Placeholder 2">
                <a:extLst>
                  <a:ext uri="{FF2B5EF4-FFF2-40B4-BE49-F238E27FC236}">
                    <a16:creationId xmlns:a16="http://schemas.microsoft.com/office/drawing/2014/main" id="{860AAED2-2FD3-0C7B-39BB-D2FC7721AB6F}"/>
                  </a:ext>
                </a:extLst>
              </p:cNvPr>
              <p:cNvSpPr>
                <a:spLocks noGrp="1" noRot="1" noChangeAspect="1" noMove="1" noResize="1" noEditPoints="1" noAdjustHandles="1" noChangeArrowheads="1" noChangeShapeType="1" noTextEdit="1"/>
              </p:cNvSpPr>
              <p:nvPr>
                <p:ph idx="1"/>
              </p:nvPr>
            </p:nvSpPr>
            <p:spPr>
              <a:xfrm>
                <a:off x="1024128" y="2286000"/>
                <a:ext cx="4127735" cy="4023360"/>
              </a:xfrm>
              <a:blipFill>
                <a:blip r:embed="rId2"/>
                <a:stretch>
                  <a:fillRect l="-739" t="-1818"/>
                </a:stretch>
              </a:blipFill>
            </p:spPr>
            <p:txBody>
              <a:bodyPr/>
              <a:lstStyle/>
              <a:p>
                <a:r>
                  <a:rPr lang="vi-VN">
                    <a:noFill/>
                  </a:rPr>
                  <a:t> </a:t>
                </a:r>
              </a:p>
            </p:txBody>
          </p:sp>
        </mc:Fallback>
      </mc:AlternateContent>
      <p:pic>
        <p:nvPicPr>
          <p:cNvPr id="4" name="Picture 2" descr="Range Deception Jamming Performance Evaluation for Moving Targets in a  Ground-Based Radar Network">
            <a:extLst>
              <a:ext uri="{FF2B5EF4-FFF2-40B4-BE49-F238E27FC236}">
                <a16:creationId xmlns:a16="http://schemas.microsoft.com/office/drawing/2014/main" id="{F4D56853-5461-3C66-15BF-51AFDB222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0372" y="2084832"/>
            <a:ext cx="4326674" cy="4053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518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1982E-22D1-E15E-A0F7-3491B99D6BFC}"/>
              </a:ext>
            </a:extLst>
          </p:cNvPr>
          <p:cNvSpPr>
            <a:spLocks noGrp="1"/>
          </p:cNvSpPr>
          <p:nvPr>
            <p:ph type="title"/>
          </p:nvPr>
        </p:nvSpPr>
        <p:spPr/>
        <p:txBody>
          <a:bodyPr/>
          <a:lstStyle/>
          <a:p>
            <a:r>
              <a:rPr lang="vi-VN" dirty="0"/>
              <a:t>Doppler </a:t>
            </a:r>
            <a:r>
              <a:rPr lang="vi-VN" dirty="0" err="1"/>
              <a:t>Deception</a:t>
            </a:r>
            <a:r>
              <a:rPr lang="vi-VN" dirty="0"/>
              <a:t> (Giả vận tốc)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18DE80-91AA-1D4B-4670-C61D10F67C3A}"/>
                  </a:ext>
                </a:extLst>
              </p:cNvPr>
              <p:cNvSpPr>
                <a:spLocks noGrp="1"/>
              </p:cNvSpPr>
              <p:nvPr>
                <p:ph idx="1"/>
              </p:nvPr>
            </p:nvSpPr>
            <p:spPr>
              <a:xfrm>
                <a:off x="1024128" y="2286000"/>
                <a:ext cx="4226587" cy="3477902"/>
              </a:xfrm>
            </p:spPr>
            <p:txBody>
              <a:bodyPr/>
              <a:lstStyle/>
              <a:p>
                <a:r>
                  <a:rPr lang="vi-VN" dirty="0"/>
                  <a:t>Nguyên lý:</a:t>
                </a:r>
              </a:p>
              <a:p>
                <a:pPr marL="0" indent="0">
                  <a:buNone/>
                </a:pPr>
                <a14:m>
                  <m:oMathPara xmlns:m="http://schemas.openxmlformats.org/officeDocument/2006/math">
                    <m:oMathParaPr>
                      <m:jc m:val="center"/>
                    </m:oMathParaPr>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𝑠</m:t>
                          </m:r>
                        </m:e>
                        <m:sub>
                          <m:r>
                            <a:rPr lang="ar-AE" b="0" i="1" smtClean="0">
                              <a:latin typeface="Cambria Math" panose="02040503050406030204" pitchFamily="18" charset="0"/>
                            </a:rPr>
                            <m:t>𝑓𝑎𝑘𝑒</m:t>
                          </m:r>
                        </m:sub>
                      </m:sSub>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r>
                        <a:rPr lang="ar-AE" b="0" i="1" smtClean="0">
                          <a:latin typeface="Cambria Math" panose="02040503050406030204" pitchFamily="18" charset="0"/>
                        </a:rPr>
                        <m:t>𝑠</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sSup>
                        <m:sSupPr>
                          <m:ctrlPr>
                            <a:rPr lang="ar-AE" i="1">
                              <a:latin typeface="Cambria Math" panose="02040503050406030204" pitchFamily="18" charset="0"/>
                            </a:rPr>
                          </m:ctrlPr>
                        </m:sSupPr>
                        <m:e>
                          <m:r>
                            <a:rPr lang="ar-AE" b="0" i="1" smtClean="0">
                              <a:latin typeface="Cambria Math" panose="02040503050406030204" pitchFamily="18" charset="0"/>
                            </a:rPr>
                            <m:t>𝑒</m:t>
                          </m:r>
                        </m:e>
                        <m:sup>
                          <m:r>
                            <a:rPr lang="ar-AE" b="0" i="1" smtClean="0">
                              <a:latin typeface="Cambria Math" panose="02040503050406030204" pitchFamily="18" charset="0"/>
                            </a:rPr>
                            <m:t>𝑗</m:t>
                          </m:r>
                          <m:r>
                            <a:rPr lang="ar-AE" b="0" smtClean="0">
                              <a:latin typeface="Cambria Math" panose="02040503050406030204" pitchFamily="18" charset="0"/>
                            </a:rPr>
                            <m:t>2</m:t>
                          </m:r>
                          <m:r>
                            <a:rPr lang="ar-AE" b="0" i="1" smtClean="0">
                              <a:latin typeface="Cambria Math" panose="02040503050406030204" pitchFamily="18" charset="0"/>
                            </a:rPr>
                            <m:t>𝜋</m:t>
                          </m:r>
                          <m:r>
                            <m:rPr>
                              <m:sty m:val="p"/>
                            </m:rPr>
                            <a:rPr lang="el-GR" b="0" smtClean="0">
                              <a:latin typeface="Cambria Math" panose="02040503050406030204" pitchFamily="18" charset="0"/>
                            </a:rPr>
                            <m:t>Δ</m:t>
                          </m:r>
                          <m:r>
                            <a:rPr lang="el-GR" b="0" i="1" smtClean="0">
                              <a:latin typeface="Cambria Math" panose="02040503050406030204" pitchFamily="18" charset="0"/>
                            </a:rPr>
                            <m:t>𝑓𝑡</m:t>
                          </m:r>
                        </m:sup>
                      </m:sSup>
                    </m:oMath>
                  </m:oMathPara>
                </a14:m>
                <a:endParaRPr lang="ar-AE" dirty="0"/>
              </a:p>
              <a:p>
                <a:r>
                  <a:rPr lang="vi-VN" dirty="0"/>
                  <a:t>Thay đổi tần số → giả vận tốc </a:t>
                </a:r>
              </a:p>
              <a:p>
                <a:r>
                  <a:rPr lang="vi-VN" dirty="0"/>
                  <a:t>Kết quả:</a:t>
                </a:r>
              </a:p>
              <a:p>
                <a:r>
                  <a:rPr lang="vi-VN" dirty="0"/>
                  <a:t>Radar thấy mục tiêu đang: </a:t>
                </a:r>
                <a:endParaRPr lang="en-US" dirty="0"/>
              </a:p>
              <a:p>
                <a:r>
                  <a:rPr lang="vi-VN" dirty="0"/>
                  <a:t>Di chuyển nhanh hơn Hoặc đứng yên</a:t>
                </a:r>
              </a:p>
              <a:p>
                <a:endParaRPr lang="vi-VN" dirty="0"/>
              </a:p>
            </p:txBody>
          </p:sp>
        </mc:Choice>
        <mc:Fallback xmlns="">
          <p:sp>
            <p:nvSpPr>
              <p:cNvPr id="3" name="Content Placeholder 2">
                <a:extLst>
                  <a:ext uri="{FF2B5EF4-FFF2-40B4-BE49-F238E27FC236}">
                    <a16:creationId xmlns:a16="http://schemas.microsoft.com/office/drawing/2014/main" id="{D218DE80-91AA-1D4B-4670-C61D10F67C3A}"/>
                  </a:ext>
                </a:extLst>
              </p:cNvPr>
              <p:cNvSpPr>
                <a:spLocks noGrp="1" noRot="1" noChangeAspect="1" noMove="1" noResize="1" noEditPoints="1" noAdjustHandles="1" noChangeArrowheads="1" noChangeShapeType="1" noTextEdit="1"/>
              </p:cNvSpPr>
              <p:nvPr>
                <p:ph idx="1"/>
              </p:nvPr>
            </p:nvSpPr>
            <p:spPr>
              <a:xfrm>
                <a:off x="1024128" y="2286000"/>
                <a:ext cx="4226587" cy="3477902"/>
              </a:xfrm>
              <a:blipFill>
                <a:blip r:embed="rId2"/>
                <a:stretch>
                  <a:fillRect l="-722" t="-2102"/>
                </a:stretch>
              </a:blipFill>
            </p:spPr>
            <p:txBody>
              <a:bodyPr/>
              <a:lstStyle/>
              <a:p>
                <a:r>
                  <a:rPr lang="vi-VN">
                    <a:noFill/>
                  </a:rPr>
                  <a:t> </a:t>
                </a:r>
              </a:p>
            </p:txBody>
          </p:sp>
        </mc:Fallback>
      </mc:AlternateContent>
      <p:pic>
        <p:nvPicPr>
          <p:cNvPr id="7170" name="Picture 2" descr="Frequency offset deception velocity-based method for discriminating between  physical targets and active false targets - ScienceDirect">
            <a:extLst>
              <a:ext uri="{FF2B5EF4-FFF2-40B4-BE49-F238E27FC236}">
                <a16:creationId xmlns:a16="http://schemas.microsoft.com/office/drawing/2014/main" id="{5193F058-0B59-7335-6A74-52F8A846E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0716" y="2286000"/>
            <a:ext cx="5917155" cy="3477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38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3948-748E-560F-8152-5E316AD4E7CE}"/>
              </a:ext>
            </a:extLst>
          </p:cNvPr>
          <p:cNvSpPr>
            <a:spLocks noGrp="1"/>
          </p:cNvSpPr>
          <p:nvPr>
            <p:ph type="title"/>
          </p:nvPr>
        </p:nvSpPr>
        <p:spPr/>
        <p:txBody>
          <a:bodyPr/>
          <a:lstStyle/>
          <a:p>
            <a:r>
              <a:rPr lang="vi-VN" dirty="0"/>
              <a:t>RGPO (</a:t>
            </a:r>
            <a:r>
              <a:rPr lang="vi-VN" dirty="0" err="1"/>
              <a:t>Range</a:t>
            </a:r>
            <a:r>
              <a:rPr lang="vi-VN" dirty="0"/>
              <a:t> </a:t>
            </a:r>
            <a:r>
              <a:rPr lang="vi-VN" dirty="0" err="1"/>
              <a:t>Gate</a:t>
            </a:r>
            <a:r>
              <a:rPr lang="vi-VN" dirty="0"/>
              <a:t> </a:t>
            </a:r>
            <a:r>
              <a:rPr lang="vi-VN" dirty="0" err="1"/>
              <a:t>Pull-Off</a:t>
            </a:r>
            <a:r>
              <a:rPr lang="vi-VN"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2880C7-5207-23B1-FAF1-4BBE3B92482F}"/>
                  </a:ext>
                </a:extLst>
              </p:cNvPr>
              <p:cNvSpPr>
                <a:spLocks noGrp="1"/>
              </p:cNvSpPr>
              <p:nvPr>
                <p:ph idx="1"/>
              </p:nvPr>
            </p:nvSpPr>
            <p:spPr>
              <a:xfrm>
                <a:off x="1024129" y="2286000"/>
                <a:ext cx="5071872" cy="4023360"/>
              </a:xfrm>
            </p:spPr>
            <p:txBody>
              <a:bodyPr/>
              <a:lstStyle/>
              <a:p>
                <a:r>
                  <a:rPr lang="vi-VN" dirty="0">
                    <a:latin typeface="Tahoma" panose="020B0604030504040204" pitchFamily="34" charset="0"/>
                    <a:ea typeface="Tahoma" panose="020B0604030504040204" pitchFamily="34" charset="0"/>
                    <a:cs typeface="Tahoma" panose="020B0604030504040204" pitchFamily="34" charset="0"/>
                  </a:rPr>
                  <a:t>Nguyên lý:</a:t>
                </a:r>
              </a:p>
              <a:p>
                <a:r>
                  <a:rPr lang="vi-VN" dirty="0">
                    <a:latin typeface="Tahoma" panose="020B0604030504040204" pitchFamily="34" charset="0"/>
                    <a:ea typeface="Tahoma" panose="020B0604030504040204" pitchFamily="34" charset="0"/>
                    <a:cs typeface="Tahoma" panose="020B0604030504040204" pitchFamily="34" charset="0"/>
                  </a:rPr>
                  <a:t>Tạo </a:t>
                </a:r>
                <a:r>
                  <a:rPr lang="vi-VN" dirty="0" err="1">
                    <a:latin typeface="Tahoma" panose="020B0604030504040204" pitchFamily="34" charset="0"/>
                    <a:ea typeface="Tahoma" panose="020B0604030504040204" pitchFamily="34" charset="0"/>
                    <a:cs typeface="Tahoma" panose="020B0604030504040204" pitchFamily="34" charset="0"/>
                  </a:rPr>
                  <a:t>echo</a:t>
                </a:r>
                <a:r>
                  <a:rPr lang="vi-VN" dirty="0">
                    <a:latin typeface="Tahoma" panose="020B0604030504040204" pitchFamily="34" charset="0"/>
                    <a:ea typeface="Tahoma" panose="020B0604030504040204" pitchFamily="34" charset="0"/>
                    <a:cs typeface="Tahoma" panose="020B0604030504040204" pitchFamily="34" charset="0"/>
                  </a:rPr>
                  <a:t> giả có </a:t>
                </a:r>
                <a:r>
                  <a:rPr lang="vi-VN" dirty="0" err="1">
                    <a:latin typeface="Tahoma" panose="020B0604030504040204" pitchFamily="34" charset="0"/>
                    <a:ea typeface="Tahoma" panose="020B0604030504040204" pitchFamily="34" charset="0"/>
                    <a:cs typeface="Tahoma" panose="020B0604030504040204" pitchFamily="34" charset="0"/>
                  </a:rPr>
                  <a:t>delay</a:t>
                </a:r>
                <a:r>
                  <a:rPr lang="vi-VN" dirty="0">
                    <a:latin typeface="Tahoma" panose="020B0604030504040204" pitchFamily="34" charset="0"/>
                    <a:ea typeface="Tahoma" panose="020B0604030504040204" pitchFamily="34" charset="0"/>
                    <a:cs typeface="Tahoma" panose="020B0604030504040204" pitchFamily="34" charset="0"/>
                  </a:rPr>
                  <a:t> tăng dần: </a:t>
                </a:r>
              </a:p>
              <a:p>
                <a:pPr marL="0" indent="0">
                  <a:buNone/>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𝜏</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𝜏</m:t>
                          </m:r>
                        </m:e>
                        <m:sub>
                          <m:r>
                            <a:rPr lang="ar-AE" b="0" smtClean="0">
                              <a:latin typeface="Cambria Math" panose="02040503050406030204" pitchFamily="18" charset="0"/>
                            </a:rPr>
                            <m:t>0</m:t>
                          </m:r>
                        </m:sub>
                      </m:sSub>
                      <m:r>
                        <a:rPr lang="ar-AE" b="0" smtClean="0">
                          <a:latin typeface="Cambria Math" panose="02040503050406030204" pitchFamily="18" charset="0"/>
                        </a:rPr>
                        <m:t>+</m:t>
                      </m:r>
                      <m:r>
                        <a:rPr lang="ar-AE" b="0" i="1" smtClean="0">
                          <a:latin typeface="Cambria Math" panose="02040503050406030204" pitchFamily="18" charset="0"/>
                        </a:rPr>
                        <m:t>𝑘𝑡</m:t>
                      </m:r>
                    </m:oMath>
                  </m:oMathPara>
                </a14:m>
                <a:endParaRPr lang="ar-AE" dirty="0">
                  <a:latin typeface="Tahoma" panose="020B0604030504040204" pitchFamily="34" charset="0"/>
                  <a:ea typeface="Tahoma" panose="020B0604030504040204" pitchFamily="34" charset="0"/>
                  <a:cs typeface="Tahoma" panose="020B0604030504040204" pitchFamily="34" charset="0"/>
                </a:endParaRPr>
              </a:p>
              <a:p>
                <a:r>
                  <a:rPr lang="vi-VN" dirty="0">
                    <a:latin typeface="Tahoma" panose="020B0604030504040204" pitchFamily="34" charset="0"/>
                    <a:ea typeface="Tahoma" panose="020B0604030504040204" pitchFamily="34" charset="0"/>
                    <a:cs typeface="Tahoma" panose="020B0604030504040204" pitchFamily="34" charset="0"/>
                  </a:rPr>
                  <a:t>Hiệu ứng:</a:t>
                </a:r>
              </a:p>
              <a:p>
                <a:r>
                  <a:rPr lang="vi-VN" dirty="0">
                    <a:latin typeface="Tahoma" panose="020B0604030504040204" pitchFamily="34" charset="0"/>
                    <a:ea typeface="Tahoma" panose="020B0604030504040204" pitchFamily="34" charset="0"/>
                    <a:cs typeface="Tahoma" panose="020B0604030504040204" pitchFamily="34" charset="0"/>
                  </a:rPr>
                  <a:t>Radar bị kéo khỏi mục tiêu thật </a:t>
                </a:r>
              </a:p>
              <a:p>
                <a:r>
                  <a:rPr lang="vi-VN" dirty="0" err="1">
                    <a:latin typeface="Tahoma" panose="020B0604030504040204" pitchFamily="34" charset="0"/>
                    <a:ea typeface="Tahoma" panose="020B0604030504040204" pitchFamily="34" charset="0"/>
                    <a:cs typeface="Tahoma" panose="020B0604030504040204" pitchFamily="34" charset="0"/>
                  </a:rPr>
                  <a:t>Lock</a:t>
                </a:r>
                <a:r>
                  <a:rPr lang="vi-VN" dirty="0">
                    <a:latin typeface="Tahoma" panose="020B0604030504040204" pitchFamily="34" charset="0"/>
                    <a:ea typeface="Tahoma" panose="020B0604030504040204" pitchFamily="34" charset="0"/>
                    <a:cs typeface="Tahoma" panose="020B0604030504040204" pitchFamily="34" charset="0"/>
                  </a:rPr>
                  <a:t> vào mục tiêu giả</a:t>
                </a:r>
              </a:p>
              <a:p>
                <a:endParaRPr lang="vi-VN" dirty="0"/>
              </a:p>
            </p:txBody>
          </p:sp>
        </mc:Choice>
        <mc:Fallback xmlns="">
          <p:sp>
            <p:nvSpPr>
              <p:cNvPr id="3" name="Content Placeholder 2">
                <a:extLst>
                  <a:ext uri="{FF2B5EF4-FFF2-40B4-BE49-F238E27FC236}">
                    <a16:creationId xmlns:a16="http://schemas.microsoft.com/office/drawing/2014/main" id="{362880C7-5207-23B1-FAF1-4BBE3B92482F}"/>
                  </a:ext>
                </a:extLst>
              </p:cNvPr>
              <p:cNvSpPr>
                <a:spLocks noGrp="1" noRot="1" noChangeAspect="1" noMove="1" noResize="1" noEditPoints="1" noAdjustHandles="1" noChangeArrowheads="1" noChangeShapeType="1" noTextEdit="1"/>
              </p:cNvSpPr>
              <p:nvPr>
                <p:ph idx="1"/>
              </p:nvPr>
            </p:nvSpPr>
            <p:spPr>
              <a:xfrm>
                <a:off x="1024129" y="2286000"/>
                <a:ext cx="5071872" cy="4023360"/>
              </a:xfrm>
              <a:blipFill>
                <a:blip r:embed="rId2"/>
                <a:stretch>
                  <a:fillRect l="-601" t="-1818"/>
                </a:stretch>
              </a:blipFill>
            </p:spPr>
            <p:txBody>
              <a:bodyPr/>
              <a:lstStyle/>
              <a:p>
                <a:r>
                  <a:rPr lang="vi-VN">
                    <a:noFill/>
                  </a:rPr>
                  <a:t> </a:t>
                </a:r>
              </a:p>
            </p:txBody>
          </p:sp>
        </mc:Fallback>
      </mc:AlternateContent>
      <p:pic>
        <p:nvPicPr>
          <p:cNvPr id="8194" name="Picture 2" descr="Adversarial Range Gate Pull-Off Jamming Against Tracking Radar">
            <a:extLst>
              <a:ext uri="{FF2B5EF4-FFF2-40B4-BE49-F238E27FC236}">
                <a16:creationId xmlns:a16="http://schemas.microsoft.com/office/drawing/2014/main" id="{D45E23CA-2BEC-7B5E-931C-54AA9FCD8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9085" y="1691014"/>
            <a:ext cx="3901934" cy="475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4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276D-E326-F559-22F0-B979696B6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A8488-334B-0BD4-9C4C-249CF3462F41}"/>
              </a:ext>
            </a:extLst>
          </p:cNvPr>
          <p:cNvSpPr>
            <a:spLocks noGrp="1"/>
          </p:cNvSpPr>
          <p:nvPr>
            <p:ph type="title"/>
          </p:nvPr>
        </p:nvSpPr>
        <p:spPr>
          <a:xfrm>
            <a:off x="1024127" y="585216"/>
            <a:ext cx="9926891" cy="1499616"/>
          </a:xfrm>
        </p:spPr>
        <p:txBody>
          <a:bodyPr/>
          <a:lstStyle/>
          <a:p>
            <a:r>
              <a:rPr lang="vi-VN" dirty="0"/>
              <a:t>VGPO</a:t>
            </a:r>
            <a:r>
              <a:rPr lang="en-US" dirty="0"/>
              <a:t> </a:t>
            </a:r>
            <a:r>
              <a:rPr lang="vi-VN" dirty="0"/>
              <a:t>(</a:t>
            </a:r>
            <a:r>
              <a:rPr lang="vi-VN" dirty="0" err="1"/>
              <a:t>Velocity</a:t>
            </a:r>
            <a:r>
              <a:rPr lang="vi-VN" dirty="0"/>
              <a:t> </a:t>
            </a:r>
            <a:r>
              <a:rPr lang="vi-VN" dirty="0" err="1"/>
              <a:t>Gate</a:t>
            </a:r>
            <a:r>
              <a:rPr lang="vi-VN" dirty="0"/>
              <a:t> </a:t>
            </a:r>
            <a:r>
              <a:rPr lang="vi-VN" dirty="0" err="1"/>
              <a:t>Pull-Off</a:t>
            </a:r>
            <a:r>
              <a:rPr lang="vi-VN"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1ADF59-A587-B95A-3144-560148F560CE}"/>
                  </a:ext>
                </a:extLst>
              </p:cNvPr>
              <p:cNvSpPr>
                <a:spLocks noGrp="1"/>
              </p:cNvSpPr>
              <p:nvPr>
                <p:ph idx="1"/>
              </p:nvPr>
            </p:nvSpPr>
            <p:spPr>
              <a:xfrm>
                <a:off x="1024129" y="2286000"/>
                <a:ext cx="5071872" cy="4023360"/>
              </a:xfrm>
            </p:spPr>
            <p:txBody>
              <a:bodyPr/>
              <a:lstStyle/>
              <a:p>
                <a:r>
                  <a:rPr lang="vi-VN" dirty="0"/>
                  <a:t>Nguyên lý:</a:t>
                </a:r>
              </a:p>
              <a:p>
                <a:r>
                  <a:rPr lang="vi-VN" dirty="0"/>
                  <a:t>Thay đổi Doppler theo thời gian: </a:t>
                </a:r>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𝑓</m:t>
                          </m:r>
                        </m:e>
                        <m:sub>
                          <m:r>
                            <a:rPr lang="ar-AE" b="0" i="1" smtClean="0">
                              <a:latin typeface="Cambria Math" panose="02040503050406030204" pitchFamily="18" charset="0"/>
                            </a:rPr>
                            <m:t>𝐷</m:t>
                          </m:r>
                        </m:sub>
                      </m:sSub>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𝑓</m:t>
                          </m:r>
                        </m:e>
                        <m:sub>
                          <m:r>
                            <a:rPr lang="ar-AE" b="0" i="1" smtClean="0">
                              <a:latin typeface="Cambria Math" panose="02040503050406030204" pitchFamily="18" charset="0"/>
                            </a:rPr>
                            <m:t>𝐷</m:t>
                          </m:r>
                          <m:r>
                            <a:rPr lang="ar-AE" b="0" smtClean="0">
                              <a:latin typeface="Cambria Math" panose="02040503050406030204" pitchFamily="18" charset="0"/>
                            </a:rPr>
                            <m:t>0</m:t>
                          </m:r>
                        </m:sub>
                      </m:sSub>
                      <m:r>
                        <a:rPr lang="ar-AE" b="0" smtClean="0">
                          <a:latin typeface="Cambria Math" panose="02040503050406030204" pitchFamily="18" charset="0"/>
                        </a:rPr>
                        <m:t>+</m:t>
                      </m:r>
                      <m:r>
                        <a:rPr lang="ar-AE" b="0" i="1" smtClean="0">
                          <a:latin typeface="Cambria Math" panose="02040503050406030204" pitchFamily="18" charset="0"/>
                        </a:rPr>
                        <m:t>𝑘𝑡</m:t>
                      </m:r>
                    </m:oMath>
                  </m:oMathPara>
                </a14:m>
                <a:endParaRPr lang="ar-AE" dirty="0"/>
              </a:p>
              <a:p>
                <a:r>
                  <a:rPr lang="vi-VN" dirty="0"/>
                  <a:t>Hiệu ứng:</a:t>
                </a:r>
              </a:p>
              <a:p>
                <a:r>
                  <a:rPr lang="vi-VN" dirty="0"/>
                  <a:t>Radar mất </a:t>
                </a:r>
                <a:r>
                  <a:rPr lang="vi-VN" dirty="0" err="1"/>
                  <a:t>tracking</a:t>
                </a:r>
                <a:r>
                  <a:rPr lang="vi-VN" dirty="0"/>
                  <a:t> vận tốc </a:t>
                </a:r>
              </a:p>
              <a:p>
                <a:r>
                  <a:rPr lang="vi-VN" dirty="0" err="1"/>
                  <a:t>Lock</a:t>
                </a:r>
                <a:r>
                  <a:rPr lang="vi-VN" dirty="0"/>
                  <a:t> vào mục tiêu giả</a:t>
                </a:r>
              </a:p>
            </p:txBody>
          </p:sp>
        </mc:Choice>
        <mc:Fallback xmlns="">
          <p:sp>
            <p:nvSpPr>
              <p:cNvPr id="3" name="Content Placeholder 2">
                <a:extLst>
                  <a:ext uri="{FF2B5EF4-FFF2-40B4-BE49-F238E27FC236}">
                    <a16:creationId xmlns:a16="http://schemas.microsoft.com/office/drawing/2014/main" id="{771ADF59-A587-B95A-3144-560148F560CE}"/>
                  </a:ext>
                </a:extLst>
              </p:cNvPr>
              <p:cNvSpPr>
                <a:spLocks noGrp="1" noRot="1" noChangeAspect="1" noMove="1" noResize="1" noEditPoints="1" noAdjustHandles="1" noChangeArrowheads="1" noChangeShapeType="1" noTextEdit="1"/>
              </p:cNvSpPr>
              <p:nvPr>
                <p:ph idx="1"/>
              </p:nvPr>
            </p:nvSpPr>
            <p:spPr>
              <a:xfrm>
                <a:off x="1024129" y="2286000"/>
                <a:ext cx="5071872" cy="4023360"/>
              </a:xfrm>
              <a:blipFill>
                <a:blip r:embed="rId2"/>
                <a:stretch>
                  <a:fillRect l="-601" t="-1818"/>
                </a:stretch>
              </a:blipFill>
            </p:spPr>
            <p:txBody>
              <a:bodyPr/>
              <a:lstStyle/>
              <a:p>
                <a:r>
                  <a:rPr lang="vi-VN">
                    <a:noFill/>
                  </a:rPr>
                  <a:t> </a:t>
                </a:r>
              </a:p>
            </p:txBody>
          </p:sp>
        </mc:Fallback>
      </mc:AlternateContent>
      <p:pic>
        <p:nvPicPr>
          <p:cNvPr id="9218" name="Picture 2">
            <a:extLst>
              <a:ext uri="{FF2B5EF4-FFF2-40B4-BE49-F238E27FC236}">
                <a16:creationId xmlns:a16="http://schemas.microsoft.com/office/drawing/2014/main" id="{B8DAFEF1-81CD-9B2E-E6C7-EA7AC75CF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5362" y="1925289"/>
            <a:ext cx="6208080" cy="3435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593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93FC6-974E-14B0-EBDB-580DAEC31A2A}"/>
              </a:ext>
            </a:extLst>
          </p:cNvPr>
          <p:cNvSpPr>
            <a:spLocks noGrp="1"/>
          </p:cNvSpPr>
          <p:nvPr>
            <p:ph type="title"/>
          </p:nvPr>
        </p:nvSpPr>
        <p:spPr/>
        <p:txBody>
          <a:bodyPr/>
          <a:lstStyle/>
          <a:p>
            <a:r>
              <a:rPr lang="vi-VN" noProof="0" dirty="0" err="1"/>
              <a:t>Multiple</a:t>
            </a:r>
            <a:r>
              <a:rPr lang="vi-VN" noProof="0" dirty="0"/>
              <a:t> </a:t>
            </a:r>
            <a:r>
              <a:rPr lang="vi-VN" noProof="0" dirty="0" err="1"/>
              <a:t>False</a:t>
            </a:r>
            <a:r>
              <a:rPr lang="vi-VN" noProof="0" dirty="0"/>
              <a:t> </a:t>
            </a:r>
            <a:r>
              <a:rPr lang="vi-VN" noProof="0" dirty="0" err="1"/>
              <a:t>Targets</a:t>
            </a:r>
            <a:r>
              <a:rPr lang="vi-VN" noProof="0" dirty="0"/>
              <a:t> (Tạo nhiều mục tiêu giả)</a:t>
            </a:r>
          </a:p>
        </p:txBody>
      </p:sp>
      <p:pic>
        <p:nvPicPr>
          <p:cNvPr id="10242" name="Picture 2" descr="Deceptive multiple false target's jamming schematic | Download Scientific  Diagram">
            <a:extLst>
              <a:ext uri="{FF2B5EF4-FFF2-40B4-BE49-F238E27FC236}">
                <a16:creationId xmlns:a16="http://schemas.microsoft.com/office/drawing/2014/main" id="{76379117-E84C-A286-1AB5-5D25A9B9D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3118" y="2907571"/>
            <a:ext cx="5397611" cy="27070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0A6BCAF2-2D37-F45D-3A5A-0FA475569219}"/>
                  </a:ext>
                </a:extLst>
              </p:cNvPr>
              <p:cNvSpPr>
                <a:spLocks noGrp="1"/>
              </p:cNvSpPr>
              <p:nvPr>
                <p:ph idx="1"/>
              </p:nvPr>
            </p:nvSpPr>
            <p:spPr>
              <a:xfrm>
                <a:off x="1024130" y="2249424"/>
                <a:ext cx="5071870" cy="4023360"/>
              </a:xfrm>
            </p:spPr>
            <p:txBody>
              <a:bodyPr>
                <a:normAutofit/>
              </a:bodyPr>
              <a:lstStyle/>
              <a:p>
                <a:pPr algn="just">
                  <a:buNone/>
                </a:pPr>
                <a:r>
                  <a:rPr lang="vi-VN" dirty="0"/>
                  <a:t>Nguyên lý:</a:t>
                </a:r>
              </a:p>
              <a:p>
                <a:pPr algn="just">
                  <a:buNone/>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𝑠</m:t>
                      </m:r>
                      <m:d>
                        <m:dPr>
                          <m:ctrlPr>
                            <a:rPr lang="ar-AE" i="1">
                              <a:latin typeface="Cambria Math" panose="02040503050406030204" pitchFamily="18" charset="0"/>
                            </a:rPr>
                          </m:ctrlPr>
                        </m:dPr>
                        <m:e>
                          <m:r>
                            <a:rPr lang="ar-AE" b="0" i="1" smtClean="0">
                              <a:latin typeface="Cambria Math" panose="02040503050406030204" pitchFamily="18" charset="0"/>
                            </a:rPr>
                            <m:t>𝑡</m:t>
                          </m:r>
                        </m:e>
                      </m:d>
                      <m:r>
                        <a:rPr lang="ar-AE" b="0" smtClean="0">
                          <a:latin typeface="Cambria Math" panose="02040503050406030204" pitchFamily="18" charset="0"/>
                        </a:rPr>
                        <m:t>=</m:t>
                      </m:r>
                      <m:nary>
                        <m:naryPr>
                          <m:chr m:val="∑"/>
                          <m:grow m:val="on"/>
                          <m:ctrlPr>
                            <a:rPr lang="ar-AE" i="1">
                              <a:latin typeface="Cambria Math" panose="02040503050406030204" pitchFamily="18" charset="0"/>
                            </a:rPr>
                          </m:ctrlPr>
                        </m:naryPr>
                        <m:sub>
                          <m:r>
                            <a:rPr lang="ar-AE" b="0" i="1" smtClean="0">
                              <a:latin typeface="Cambria Math" panose="02040503050406030204" pitchFamily="18" charset="0"/>
                            </a:rPr>
                            <m:t>𝑖</m:t>
                          </m:r>
                          <m:r>
                            <a:rPr lang="ar-AE" b="0" smtClean="0">
                              <a:latin typeface="Cambria Math" panose="02040503050406030204" pitchFamily="18" charset="0"/>
                            </a:rPr>
                            <m:t>=</m:t>
                          </m:r>
                          <m:r>
                            <a:rPr lang="ar-AE" b="0" smtClean="0">
                              <a:latin typeface="Cambria Math" panose="02040503050406030204" pitchFamily="18" charset="0"/>
                            </a:rPr>
                            <m:t>1</m:t>
                          </m:r>
                        </m:sub>
                        <m:sup>
                          <m:r>
                            <a:rPr lang="ar-AE" b="0" i="1" smtClean="0">
                              <a:latin typeface="Cambria Math" panose="02040503050406030204" pitchFamily="18" charset="0"/>
                            </a:rPr>
                            <m:t>𝑁</m:t>
                          </m:r>
                        </m:sup>
                        <m:e>
                          <m:r>
                            <a:rPr lang="ar-AE" b="0" i="1" smtClean="0">
                              <a:latin typeface="Cambria Math" panose="02040503050406030204" pitchFamily="18" charset="0"/>
                            </a:rPr>
                            <m:t>𝑠</m:t>
                          </m:r>
                        </m:e>
                      </m:nary>
                      <m:d>
                        <m:dPr>
                          <m:ctrlPr>
                            <a:rPr lang="ar-AE" i="1">
                              <a:latin typeface="Cambria Math" panose="02040503050406030204" pitchFamily="18" charset="0"/>
                            </a:rPr>
                          </m:ctrlPr>
                        </m:dPr>
                        <m:e>
                          <m:r>
                            <a:rPr lang="ar-AE" b="0" i="1" smtClean="0">
                              <a:latin typeface="Cambria Math" panose="02040503050406030204" pitchFamily="18" charset="0"/>
                            </a:rPr>
                            <m:t>𝑡</m:t>
                          </m:r>
                          <m:r>
                            <a:rPr lang="ar-AE" b="0" smtClean="0">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𝜏</m:t>
                              </m:r>
                            </m:e>
                            <m:sub>
                              <m:r>
                                <a:rPr lang="ar-AE" b="0" i="1" smtClean="0">
                                  <a:latin typeface="Cambria Math" panose="02040503050406030204" pitchFamily="18" charset="0"/>
                                </a:rPr>
                                <m:t>𝑖</m:t>
                              </m:r>
                            </m:sub>
                          </m:sSub>
                        </m:e>
                      </m:d>
                    </m:oMath>
                  </m:oMathPara>
                </a14:m>
                <a:endParaRPr lang="ar-AE" dirty="0"/>
              </a:p>
              <a:p>
                <a:pPr marL="0" indent="0" algn="just">
                  <a:buNone/>
                </a:pPr>
                <a:r>
                  <a:rPr lang="vi-VN" dirty="0"/>
                  <a:t>Tạo nhiều bản sao tín hiệu với </a:t>
                </a:r>
                <a:r>
                  <a:rPr lang="vi-VN" dirty="0" err="1"/>
                  <a:t>delay</a:t>
                </a:r>
                <a:r>
                  <a:rPr lang="vi-VN" dirty="0"/>
                  <a:t> khác nhau </a:t>
                </a:r>
              </a:p>
              <a:p>
                <a:pPr algn="just">
                  <a:buNone/>
                </a:pPr>
                <a:r>
                  <a:rPr lang="vi-VN" dirty="0"/>
                  <a:t>Hiệu ứng:</a:t>
                </a:r>
                <a:endParaRPr lang="en-US" dirty="0"/>
              </a:p>
              <a:p>
                <a:pPr algn="just"/>
                <a:r>
                  <a:rPr lang="vi-VN" dirty="0"/>
                  <a:t>Radar thấy nhiều mục tiêu giả </a:t>
                </a:r>
              </a:p>
              <a:p>
                <a:pPr algn="just"/>
                <a:r>
                  <a:rPr lang="vi-VN" dirty="0"/>
                  <a:t>Gây quá tải </a:t>
                </a:r>
                <a:r>
                  <a:rPr lang="vi-VN" dirty="0" err="1"/>
                  <a:t>tracking</a:t>
                </a:r>
                <a:endParaRPr lang="vi-VN" dirty="0"/>
              </a:p>
              <a:p>
                <a:endParaRPr lang="vi-VN" dirty="0"/>
              </a:p>
            </p:txBody>
          </p:sp>
        </mc:Choice>
        <mc:Fallback xmlns="">
          <p:sp>
            <p:nvSpPr>
              <p:cNvPr id="9" name="Content Placeholder 8">
                <a:extLst>
                  <a:ext uri="{FF2B5EF4-FFF2-40B4-BE49-F238E27FC236}">
                    <a16:creationId xmlns:a16="http://schemas.microsoft.com/office/drawing/2014/main" id="{0A6BCAF2-2D37-F45D-3A5A-0FA475569219}"/>
                  </a:ext>
                </a:extLst>
              </p:cNvPr>
              <p:cNvSpPr>
                <a:spLocks noGrp="1" noRot="1" noChangeAspect="1" noMove="1" noResize="1" noEditPoints="1" noAdjustHandles="1" noChangeArrowheads="1" noChangeShapeType="1" noTextEdit="1"/>
              </p:cNvSpPr>
              <p:nvPr>
                <p:ph idx="1"/>
              </p:nvPr>
            </p:nvSpPr>
            <p:spPr>
              <a:xfrm>
                <a:off x="1024130" y="2249424"/>
                <a:ext cx="5071870" cy="4023360"/>
              </a:xfrm>
              <a:blipFill>
                <a:blip r:embed="rId3"/>
                <a:stretch>
                  <a:fillRect l="-2404" t="-1818" r="-2404"/>
                </a:stretch>
              </a:blipFill>
            </p:spPr>
            <p:txBody>
              <a:bodyPr/>
              <a:lstStyle/>
              <a:p>
                <a:r>
                  <a:rPr lang="vi-VN">
                    <a:noFill/>
                  </a:rPr>
                  <a:t> </a:t>
                </a:r>
              </a:p>
            </p:txBody>
          </p:sp>
        </mc:Fallback>
      </mc:AlternateContent>
    </p:spTree>
    <p:extLst>
      <p:ext uri="{BB962C8B-B14F-4D97-AF65-F5344CB8AC3E}">
        <p14:creationId xmlns:p14="http://schemas.microsoft.com/office/powerpoint/2010/main" val="11673849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430</TotalTime>
  <Words>707</Words>
  <Application>Microsoft Office PowerPoint</Application>
  <PresentationFormat>Widescreen</PresentationFormat>
  <Paragraphs>184</Paragraphs>
  <Slides>21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Cambria Math</vt:lpstr>
      <vt:lpstr>Tahoma</vt:lpstr>
      <vt:lpstr>Tahoma (Headings)</vt:lpstr>
      <vt:lpstr>Tw Cen MT</vt:lpstr>
      <vt:lpstr>Tw Cen MT Condensed</vt:lpstr>
      <vt:lpstr>Wingdings 3</vt:lpstr>
      <vt:lpstr>Integral</vt:lpstr>
      <vt:lpstr>Seminar: Radar, tín hiệu radar và tạo mục tiêu giả</vt:lpstr>
      <vt:lpstr>Các Loại Radar</vt:lpstr>
      <vt:lpstr>Theo nguyên lý hoạt động</vt:lpstr>
      <vt:lpstr>Theo nguyên lý hoạt động</vt:lpstr>
      <vt:lpstr>Theo nguyên lý hoạt động</vt:lpstr>
      <vt:lpstr>Theo nguyên lý hoạt động</vt:lpstr>
      <vt:lpstr>Theo chức năng</vt:lpstr>
      <vt:lpstr>Các loại tín Hiệu radar (Radar Signal)</vt:lpstr>
      <vt:lpstr>Tín hiệu xung (Pulse Signal)</vt:lpstr>
      <vt:lpstr>Tín hiệu CW (Continuous Wave)</vt:lpstr>
      <vt:lpstr>Tín hiệu FMCW (Chirp Signal)</vt:lpstr>
      <vt:lpstr>Tín hiệu điều chế pha (Phase-Coded Signal)</vt:lpstr>
      <vt:lpstr>Tín hiệu LFM</vt:lpstr>
      <vt:lpstr>Tín hiệu điều chế biên độ (AM Radar Signal)</vt:lpstr>
      <vt:lpstr>Tín hiệu điều chế tần số (FM Radar Signal)</vt:lpstr>
      <vt:lpstr>Các kỹ thuật tạo mục tiêu giả</vt:lpstr>
      <vt:lpstr>Range Deception (Giả khoảng cách)</vt:lpstr>
      <vt:lpstr>Doppler Deception (Giả vận tốc)</vt:lpstr>
      <vt:lpstr>RGPO (Range Gate Pull-Off)</vt:lpstr>
      <vt:lpstr>VGPO (Velocity Gate Pull-Off)</vt:lpstr>
      <vt:lpstr>Multiple False Targets (Tạo nhiều mục tiêu giả)</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Фам Хунг</dc:creator>
  <cp:lastModifiedBy>Фам Хунг</cp:lastModifiedBy>
  <cp:revision>1</cp:revision>
  <dcterms:created xsi:type="dcterms:W3CDTF">2026-03-30T15:57:10Z</dcterms:created>
  <dcterms:modified xsi:type="dcterms:W3CDTF">2026-03-31T17:12:22Z</dcterms:modified>
</cp:coreProperties>
</file>